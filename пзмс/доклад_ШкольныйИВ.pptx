
<file path=[Content_Types].xml><?xml version="1.0" encoding="utf-8"?>
<Types xmlns="http://schemas.openxmlformats.org/package/2006/content-types">
  <Default Extension="fntdata" ContentType="application/x-fontdata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9" r:id="rId1"/>
  </p:sldMasterIdLst>
  <p:notesMasterIdLst>
    <p:notesMasterId r:id="rId12"/>
  </p:notesMasterIdLst>
  <p:sldIdLst>
    <p:sldId id="256" r:id="rId2"/>
    <p:sldId id="259" r:id="rId3"/>
    <p:sldId id="297" r:id="rId4"/>
    <p:sldId id="298" r:id="rId5"/>
    <p:sldId id="299" r:id="rId6"/>
    <p:sldId id="300" r:id="rId7"/>
    <p:sldId id="302" r:id="rId8"/>
    <p:sldId id="271" r:id="rId9"/>
    <p:sldId id="301" r:id="rId10"/>
    <p:sldId id="275" r:id="rId11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3"/>
    </p:embeddedFont>
    <p:embeddedFont>
      <p:font typeface="Cambria Math" panose="02040503050406030204" pitchFamily="18" charset="0"/>
      <p:regular r:id="rId14"/>
    </p:embeddedFont>
    <p:embeddedFont>
      <p:font typeface="Days One" panose="020B0604020202020204" charset="0"/>
      <p:regular r:id="rId15"/>
    </p:embeddedFont>
    <p:embeddedFont>
      <p:font typeface="Lato" panose="020F0502020204030203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F9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8A119C8-836B-4603-93AA-A23C17680459}">
  <a:tblStyle styleId="{F8A119C8-836B-4603-93AA-A23C176804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e207fd22f2_0_25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e207fd22f2_0_25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>
          <a:extLst>
            <a:ext uri="{FF2B5EF4-FFF2-40B4-BE49-F238E27FC236}">
              <a16:creationId xmlns:a16="http://schemas.microsoft.com/office/drawing/2014/main" id="{3AA2B3E2-2B7B-2C6F-1345-D6C81A036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e207fd22f2_0_25013:notes">
            <a:extLst>
              <a:ext uri="{FF2B5EF4-FFF2-40B4-BE49-F238E27FC236}">
                <a16:creationId xmlns:a16="http://schemas.microsoft.com/office/drawing/2014/main" id="{4DAD53C7-32E9-FAF2-1BBF-C4C73195BD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e207fd22f2_0_25013:notes">
            <a:extLst>
              <a:ext uri="{FF2B5EF4-FFF2-40B4-BE49-F238E27FC236}">
                <a16:creationId xmlns:a16="http://schemas.microsoft.com/office/drawing/2014/main" id="{0A8F00E4-F097-60C9-5ADC-A0ED1F8F9D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5134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>
          <a:extLst>
            <a:ext uri="{FF2B5EF4-FFF2-40B4-BE49-F238E27FC236}">
              <a16:creationId xmlns:a16="http://schemas.microsoft.com/office/drawing/2014/main" id="{218ABB41-056E-851E-68CA-8CAEB9DCA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e207fd22f2_0_25013:notes">
            <a:extLst>
              <a:ext uri="{FF2B5EF4-FFF2-40B4-BE49-F238E27FC236}">
                <a16:creationId xmlns:a16="http://schemas.microsoft.com/office/drawing/2014/main" id="{435D6841-F842-D8E5-70BD-CF9D5C6B55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e207fd22f2_0_25013:notes">
            <a:extLst>
              <a:ext uri="{FF2B5EF4-FFF2-40B4-BE49-F238E27FC236}">
                <a16:creationId xmlns:a16="http://schemas.microsoft.com/office/drawing/2014/main" id="{D2A9E369-6419-DB0E-F802-79418753B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2120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6">
          <a:extLst>
            <a:ext uri="{FF2B5EF4-FFF2-40B4-BE49-F238E27FC236}">
              <a16:creationId xmlns:a16="http://schemas.microsoft.com/office/drawing/2014/main" id="{3DCCC258-EF8B-3C54-B830-169DB652A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g2aa3d063a2b_0_95:notes">
            <a:extLst>
              <a:ext uri="{FF2B5EF4-FFF2-40B4-BE49-F238E27FC236}">
                <a16:creationId xmlns:a16="http://schemas.microsoft.com/office/drawing/2014/main" id="{AF34C6D1-830C-F986-1E40-15114EE816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8" name="Google Shape;1298;g2aa3d063a2b_0_95:notes">
            <a:extLst>
              <a:ext uri="{FF2B5EF4-FFF2-40B4-BE49-F238E27FC236}">
                <a16:creationId xmlns:a16="http://schemas.microsoft.com/office/drawing/2014/main" id="{14E104EC-448D-3572-7E09-636957087B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1983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>
          <a:extLst>
            <a:ext uri="{FF2B5EF4-FFF2-40B4-BE49-F238E27FC236}">
              <a16:creationId xmlns:a16="http://schemas.microsoft.com/office/drawing/2014/main" id="{B8BE916E-13D6-F3AF-4109-999BCC256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2aa3d063a2b_0_36:notes">
            <a:extLst>
              <a:ext uri="{FF2B5EF4-FFF2-40B4-BE49-F238E27FC236}">
                <a16:creationId xmlns:a16="http://schemas.microsoft.com/office/drawing/2014/main" id="{699CA770-0E0A-7420-40C3-EF3188E901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2aa3d063a2b_0_36:notes">
            <a:extLst>
              <a:ext uri="{FF2B5EF4-FFF2-40B4-BE49-F238E27FC236}">
                <a16:creationId xmlns:a16="http://schemas.microsoft.com/office/drawing/2014/main" id="{9B894BF3-C5B5-2163-D002-2A089C9083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7991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2aa3d063a2b_0_3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2aa3d063a2b_0_3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64781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>
          <a:extLst>
            <a:ext uri="{FF2B5EF4-FFF2-40B4-BE49-F238E27FC236}">
              <a16:creationId xmlns:a16="http://schemas.microsoft.com/office/drawing/2014/main" id="{42BCD07A-6FB1-F413-6BEF-5254D33AA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2aa3d063a2b_0_3507:notes">
            <a:extLst>
              <a:ext uri="{FF2B5EF4-FFF2-40B4-BE49-F238E27FC236}">
                <a16:creationId xmlns:a16="http://schemas.microsoft.com/office/drawing/2014/main" id="{C13F7451-1C35-6C7C-EFE6-B8ADB28969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2aa3d063a2b_0_3507:notes">
            <a:extLst>
              <a:ext uri="{FF2B5EF4-FFF2-40B4-BE49-F238E27FC236}">
                <a16:creationId xmlns:a16="http://schemas.microsoft.com/office/drawing/2014/main" id="{F2629F5C-FD39-AD24-2A83-71B967D54B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5130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g2aa3d063a2b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g2aa3d063a2b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10" name="Google Shape;10;p2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" name="Google Shape;11;p2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2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2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2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Google Shape;20;p2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2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Google Shape;22;p2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Google Shape;23;p2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Google Shape;24;p2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25;p2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6;p2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2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2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2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2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2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2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2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2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2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6" name="Google Shape;36;p2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37" name="Google Shape;37;p2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" name="Google Shape;43;p2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44" name="Google Shape;44;p2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1814850" y="1633725"/>
            <a:ext cx="5514300" cy="200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00">
                <a:latin typeface="Days One"/>
                <a:ea typeface="Days One"/>
                <a:cs typeface="Days One"/>
                <a:sym typeface="Days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2301625" y="3686200"/>
            <a:ext cx="4540800" cy="4605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4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97" name="Google Shape;97;p4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" name="Google Shape;98;p4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" name="Google Shape;99;p4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" name="Google Shape;100;p4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" name="Google Shape;101;p4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" name="Google Shape;102;p4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4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4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" name="Google Shape;105;p4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" name="Google Shape;106;p4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7" name="Google Shape;107;p4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8" name="Google Shape;108;p4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4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4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" name="Google Shape;111;p4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112;p4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113;p4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Google Shape;114;p4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Google Shape;115;p4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Google Shape;116;p4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" name="Google Shape;117;p4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p4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Google Shape;119;p4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4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4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Google Shape;122;p4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23" name="Google Shape;123;p4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124" name="Google Shape;124;p4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125" name="Google Shape;125;p4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6" name="Google Shape;136;p4"/>
          <p:cNvSpPr txBox="1">
            <a:spLocks noGrp="1"/>
          </p:cNvSpPr>
          <p:nvPr>
            <p:ph type="body" idx="1"/>
          </p:nvPr>
        </p:nvSpPr>
        <p:spPr>
          <a:xfrm>
            <a:off x="720000" y="1514050"/>
            <a:ext cx="7704000" cy="30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4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6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186" name="Google Shape;186;p6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7" name="Google Shape;187;p6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6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6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" name="Google Shape;190;p6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1" name="Google Shape;191;p6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2" name="Google Shape;192;p6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3" name="Google Shape;193;p6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" name="Google Shape;194;p6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5" name="Google Shape;195;p6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6" name="Google Shape;196;p6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" name="Google Shape;197;p6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" name="Google Shape;198;p6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p6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p6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" name="Google Shape;201;p6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2" name="Google Shape;202;p6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" name="Google Shape;203;p6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4" name="Google Shape;204;p6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Google Shape;205;p6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Google Shape;206;p6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6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Google Shape;208;p6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" name="Google Shape;209;p6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" name="Google Shape;210;p6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" name="Google Shape;211;p6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2" name="Google Shape;212;p6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213" name="Google Shape;213;p6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214" name="Google Shape;214;p6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6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219;p6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220" name="Google Shape;220;p6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5" name="Google Shape;225;p6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9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314" name="Google Shape;314;p9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5" name="Google Shape;315;p9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6" name="Google Shape;316;p9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7" name="Google Shape;317;p9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8" name="Google Shape;318;p9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9" name="Google Shape;319;p9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0" name="Google Shape;320;p9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1" name="Google Shape;321;p9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2" name="Google Shape;322;p9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3" name="Google Shape;323;p9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4" name="Google Shape;324;p9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5" name="Google Shape;325;p9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6" name="Google Shape;326;p9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" name="Google Shape;327;p9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" name="Google Shape;328;p9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9" name="Google Shape;329;p9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0" name="Google Shape;330;p9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1" name="Google Shape;331;p9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2" name="Google Shape;332;p9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3" name="Google Shape;333;p9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" name="Google Shape;334;p9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5" name="Google Shape;335;p9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6" name="Google Shape;336;p9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" name="Google Shape;337;p9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8" name="Google Shape;338;p9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" name="Google Shape;339;p9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40" name="Google Shape;340;p9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341" name="Google Shape;341;p9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342" name="Google Shape;342;p9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9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9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9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9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7" name="Google Shape;347;p9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348" name="Google Shape;348;p9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9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9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9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9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3" name="Google Shape;353;p9"/>
          <p:cNvSpPr txBox="1">
            <a:spLocks noGrp="1"/>
          </p:cNvSpPr>
          <p:nvPr>
            <p:ph type="subTitle" idx="1"/>
          </p:nvPr>
        </p:nvSpPr>
        <p:spPr>
          <a:xfrm>
            <a:off x="896400" y="1812275"/>
            <a:ext cx="3550800" cy="26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9"/>
          <p:cNvSpPr txBox="1">
            <a:spLocks noGrp="1"/>
          </p:cNvSpPr>
          <p:nvPr>
            <p:ph type="subTitle" idx="2"/>
          </p:nvPr>
        </p:nvSpPr>
        <p:spPr>
          <a:xfrm>
            <a:off x="4696925" y="1812275"/>
            <a:ext cx="3550800" cy="26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9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11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361" name="Google Shape;361;p11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2" name="Google Shape;362;p11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3" name="Google Shape;363;p11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4" name="Google Shape;364;p11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5" name="Google Shape;365;p11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6" name="Google Shape;366;p11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7" name="Google Shape;367;p11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8" name="Google Shape;368;p11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9" name="Google Shape;369;p11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0" name="Google Shape;370;p11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1" name="Google Shape;371;p11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" name="Google Shape;372;p11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11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11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11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6" name="Google Shape;376;p11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7" name="Google Shape;377;p11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8" name="Google Shape;378;p11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9" name="Google Shape;379;p11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0" name="Google Shape;380;p11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1" name="Google Shape;381;p11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2" name="Google Shape;382;p11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3" name="Google Shape;383;p11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4" name="Google Shape;384;p11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5" name="Google Shape;385;p11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6" name="Google Shape;386;p11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7" name="Google Shape;387;p11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388" name="Google Shape;388;p11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389" name="Google Shape;389;p11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11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11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11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11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4" name="Google Shape;394;p11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395" name="Google Shape;395;p11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11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11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11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11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0" name="Google Shape;400;p11"/>
          <p:cNvSpPr txBox="1">
            <a:spLocks noGrp="1"/>
          </p:cNvSpPr>
          <p:nvPr>
            <p:ph type="title" hasCustomPrompt="1"/>
          </p:nvPr>
        </p:nvSpPr>
        <p:spPr>
          <a:xfrm>
            <a:off x="1880700" y="1752675"/>
            <a:ext cx="5382600" cy="15042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01" name="Google Shape;401;p11"/>
          <p:cNvSpPr txBox="1">
            <a:spLocks noGrp="1"/>
          </p:cNvSpPr>
          <p:nvPr>
            <p:ph type="subTitle" idx="1"/>
          </p:nvPr>
        </p:nvSpPr>
        <p:spPr>
          <a:xfrm>
            <a:off x="1880700" y="3422100"/>
            <a:ext cx="53826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492;p15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493" name="Google Shape;493;p15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4" name="Google Shape;494;p15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5" name="Google Shape;495;p15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6" name="Google Shape;496;p15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7" name="Google Shape;497;p15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8" name="Google Shape;498;p15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9" name="Google Shape;499;p15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0" name="Google Shape;500;p15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1" name="Google Shape;501;p15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2" name="Google Shape;502;p15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3" name="Google Shape;503;p15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4" name="Google Shape;504;p15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5" name="Google Shape;505;p15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6" name="Google Shape;506;p15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7" name="Google Shape;507;p15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8" name="Google Shape;508;p15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9" name="Google Shape;509;p15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0" name="Google Shape;510;p15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1" name="Google Shape;511;p15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2" name="Google Shape;512;p15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3" name="Google Shape;513;p15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4" name="Google Shape;514;p15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5" name="Google Shape;515;p15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6" name="Google Shape;516;p15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7" name="Google Shape;517;p15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8" name="Google Shape;518;p15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19" name="Google Shape;519;p15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520" name="Google Shape;520;p15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521" name="Google Shape;521;p15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15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15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15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15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6" name="Google Shape;526;p15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527" name="Google Shape;527;p15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8" name="Google Shape;528;p15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9" name="Google Shape;529;p15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15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15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32" name="Google Shape;532;p15"/>
          <p:cNvSpPr txBox="1">
            <a:spLocks noGrp="1"/>
          </p:cNvSpPr>
          <p:nvPr>
            <p:ph type="subTitle" idx="1"/>
          </p:nvPr>
        </p:nvSpPr>
        <p:spPr>
          <a:xfrm>
            <a:off x="896050" y="3513003"/>
            <a:ext cx="2193000" cy="8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15"/>
          <p:cNvSpPr txBox="1">
            <a:spLocks noGrp="1"/>
          </p:cNvSpPr>
          <p:nvPr>
            <p:ph type="subTitle" idx="2"/>
          </p:nvPr>
        </p:nvSpPr>
        <p:spPr>
          <a:xfrm>
            <a:off x="3475500" y="2889603"/>
            <a:ext cx="2193000" cy="8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15"/>
          <p:cNvSpPr txBox="1">
            <a:spLocks noGrp="1"/>
          </p:cNvSpPr>
          <p:nvPr>
            <p:ph type="subTitle" idx="3"/>
          </p:nvPr>
        </p:nvSpPr>
        <p:spPr>
          <a:xfrm>
            <a:off x="6054950" y="3513003"/>
            <a:ext cx="2193000" cy="86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5" name="Google Shape;535;p15"/>
          <p:cNvSpPr txBox="1">
            <a:spLocks noGrp="1"/>
          </p:cNvSpPr>
          <p:nvPr>
            <p:ph type="subTitle" idx="4"/>
          </p:nvPr>
        </p:nvSpPr>
        <p:spPr>
          <a:xfrm>
            <a:off x="896050" y="3185475"/>
            <a:ext cx="2193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36" name="Google Shape;536;p15"/>
          <p:cNvSpPr txBox="1">
            <a:spLocks noGrp="1"/>
          </p:cNvSpPr>
          <p:nvPr>
            <p:ph type="subTitle" idx="5"/>
          </p:nvPr>
        </p:nvSpPr>
        <p:spPr>
          <a:xfrm>
            <a:off x="6054950" y="3185475"/>
            <a:ext cx="2193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37" name="Google Shape;537;p15"/>
          <p:cNvSpPr txBox="1">
            <a:spLocks noGrp="1"/>
          </p:cNvSpPr>
          <p:nvPr>
            <p:ph type="subTitle" idx="6"/>
          </p:nvPr>
        </p:nvSpPr>
        <p:spPr>
          <a:xfrm>
            <a:off x="3475500" y="2563000"/>
            <a:ext cx="2193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latin typeface="Days One"/>
                <a:ea typeface="Days One"/>
                <a:cs typeface="Days One"/>
                <a:sym typeface="Days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38" name="Google Shape;538;p15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1" name="Google Shape;641;p18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642" name="Google Shape;642;p18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3" name="Google Shape;643;p18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4" name="Google Shape;644;p18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5" name="Google Shape;645;p18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6" name="Google Shape;646;p18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8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8" name="Google Shape;648;p18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9" name="Google Shape;649;p18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0" name="Google Shape;650;p18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1" name="Google Shape;651;p18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2" name="Google Shape;652;p18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3" name="Google Shape;653;p18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4" name="Google Shape;654;p18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5" name="Google Shape;655;p18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6" name="Google Shape;656;p18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7" name="Google Shape;657;p18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8" name="Google Shape;658;p18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9" name="Google Shape;659;p18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0" name="Google Shape;660;p18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1" name="Google Shape;661;p18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2" name="Google Shape;662;p18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3" name="Google Shape;663;p18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4" name="Google Shape;664;p18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5" name="Google Shape;665;p18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6" name="Google Shape;666;p18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7" name="Google Shape;667;p18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68" name="Google Shape;668;p18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669" name="Google Shape;669;p18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670" name="Google Shape;670;p18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18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18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18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18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5" name="Google Shape;675;p18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676" name="Google Shape;676;p18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18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18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18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18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81" name="Google Shape;681;p18"/>
          <p:cNvSpPr txBox="1">
            <a:spLocks noGrp="1"/>
          </p:cNvSpPr>
          <p:nvPr>
            <p:ph type="title"/>
          </p:nvPr>
        </p:nvSpPr>
        <p:spPr>
          <a:xfrm>
            <a:off x="2347938" y="7851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2" name="Google Shape;682;p18"/>
          <p:cNvSpPr txBox="1">
            <a:spLocks noGrp="1"/>
          </p:cNvSpPr>
          <p:nvPr>
            <p:ph type="subTitle" idx="1"/>
          </p:nvPr>
        </p:nvSpPr>
        <p:spPr>
          <a:xfrm>
            <a:off x="2347900" y="1881324"/>
            <a:ext cx="4448100" cy="111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3" name="Google Shape;683;p18"/>
          <p:cNvSpPr txBox="1"/>
          <p:nvPr/>
        </p:nvSpPr>
        <p:spPr>
          <a:xfrm>
            <a:off x="2099100" y="37643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000" b="1" u="sng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5" name="Google Shape;685;p19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686" name="Google Shape;686;p19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7" name="Google Shape;687;p19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8" name="Google Shape;688;p19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9" name="Google Shape;689;p19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0" name="Google Shape;690;p19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1" name="Google Shape;691;p19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2" name="Google Shape;692;p19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3" name="Google Shape;693;p19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4" name="Google Shape;694;p19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5" name="Google Shape;695;p19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6" name="Google Shape;696;p19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7" name="Google Shape;697;p19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8" name="Google Shape;698;p19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9" name="Google Shape;699;p19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0" name="Google Shape;700;p19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1" name="Google Shape;701;p19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2" name="Google Shape;702;p19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3" name="Google Shape;703;p19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4" name="Google Shape;704;p19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5" name="Google Shape;705;p19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6" name="Google Shape;706;p19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7" name="Google Shape;707;p19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8" name="Google Shape;708;p19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9" name="Google Shape;709;p19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0" name="Google Shape;710;p19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1" name="Google Shape;711;p19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12" name="Google Shape;712;p19"/>
          <p:cNvGrpSpPr/>
          <p:nvPr/>
        </p:nvGrpSpPr>
        <p:grpSpPr>
          <a:xfrm>
            <a:off x="473650" y="274900"/>
            <a:ext cx="8349800" cy="4746124"/>
            <a:chOff x="473650" y="274900"/>
            <a:chExt cx="8349800" cy="4746124"/>
          </a:xfrm>
        </p:grpSpPr>
        <p:grpSp>
          <p:nvGrpSpPr>
            <p:cNvPr id="713" name="Google Shape;713;p19"/>
            <p:cNvGrpSpPr/>
            <p:nvPr/>
          </p:nvGrpSpPr>
          <p:grpSpPr>
            <a:xfrm>
              <a:off x="626050" y="427300"/>
              <a:ext cx="8197400" cy="4593724"/>
              <a:chOff x="-280802" y="20880"/>
              <a:chExt cx="10622522" cy="5952733"/>
            </a:xfrm>
          </p:grpSpPr>
          <p:sp>
            <p:nvSpPr>
              <p:cNvPr id="714" name="Google Shape;714;p19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19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19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19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19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9" name="Google Shape;719;p19"/>
            <p:cNvGrpSpPr/>
            <p:nvPr/>
          </p:nvGrpSpPr>
          <p:grpSpPr>
            <a:xfrm>
              <a:off x="473650" y="274900"/>
              <a:ext cx="8197400" cy="4593724"/>
              <a:chOff x="-280802" y="20880"/>
              <a:chExt cx="10622522" cy="5952733"/>
            </a:xfrm>
          </p:grpSpPr>
          <p:sp>
            <p:nvSpPr>
              <p:cNvPr id="720" name="Google Shape;720;p19"/>
              <p:cNvSpPr/>
              <p:nvPr/>
            </p:nvSpPr>
            <p:spPr>
              <a:xfrm>
                <a:off x="-280802" y="549713"/>
                <a:ext cx="10622520" cy="5423901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157" extrusionOk="0">
                    <a:moveTo>
                      <a:pt x="0" y="14157"/>
                    </a:moveTo>
                    <a:lnTo>
                      <a:pt x="29507" y="14157"/>
                    </a:lnTo>
                    <a:lnTo>
                      <a:pt x="29507" y="0"/>
                    </a:lnTo>
                    <a:lnTo>
                      <a:pt x="0" y="0"/>
                    </a:lnTo>
                    <a:lnTo>
                      <a:pt x="0" y="1415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19"/>
              <p:cNvSpPr/>
              <p:nvPr/>
            </p:nvSpPr>
            <p:spPr>
              <a:xfrm>
                <a:off x="-280800" y="20880"/>
                <a:ext cx="10622520" cy="528840"/>
              </a:xfrm>
              <a:custGeom>
                <a:avLst/>
                <a:gdLst/>
                <a:ahLst/>
                <a:cxnLst/>
                <a:rect l="l" t="t" r="r" b="b"/>
                <a:pathLst>
                  <a:path w="29507" h="1469" extrusionOk="0">
                    <a:moveTo>
                      <a:pt x="28655" y="0"/>
                    </a:moveTo>
                    <a:lnTo>
                      <a:pt x="851" y="0"/>
                    </a:lnTo>
                    <a:cubicBezTo>
                      <a:pt x="381" y="0"/>
                      <a:pt x="0" y="312"/>
                      <a:pt x="0" y="698"/>
                    </a:cubicBezTo>
                    <a:lnTo>
                      <a:pt x="0" y="1469"/>
                    </a:lnTo>
                    <a:lnTo>
                      <a:pt x="29507" y="1469"/>
                    </a:lnTo>
                    <a:lnTo>
                      <a:pt x="29507" y="698"/>
                    </a:lnTo>
                    <a:cubicBezTo>
                      <a:pt x="29507" y="312"/>
                      <a:pt x="29126" y="0"/>
                      <a:pt x="286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2" name="Google Shape;722;p19"/>
              <p:cNvSpPr/>
              <p:nvPr/>
            </p:nvSpPr>
            <p:spPr>
              <a:xfrm>
                <a:off x="-4788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19"/>
              <p:cNvSpPr/>
              <p:nvPr/>
            </p:nvSpPr>
            <p:spPr>
              <a:xfrm>
                <a:off x="32796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19"/>
              <p:cNvSpPr/>
              <p:nvPr/>
            </p:nvSpPr>
            <p:spPr>
              <a:xfrm>
                <a:off x="703800" y="163440"/>
                <a:ext cx="243000" cy="243360"/>
              </a:xfrm>
              <a:custGeom>
                <a:avLst/>
                <a:gdLst/>
                <a:ahLst/>
                <a:cxnLst/>
                <a:rect l="l" t="t" r="r" b="b"/>
                <a:pathLst>
                  <a:path w="675" h="676" extrusionOk="0">
                    <a:moveTo>
                      <a:pt x="675" y="338"/>
                    </a:moveTo>
                    <a:cubicBezTo>
                      <a:pt x="675" y="525"/>
                      <a:pt x="524" y="676"/>
                      <a:pt x="337" y="676"/>
                    </a:cubicBezTo>
                    <a:cubicBezTo>
                      <a:pt x="151" y="676"/>
                      <a:pt x="0" y="525"/>
                      <a:pt x="0" y="338"/>
                    </a:cubicBezTo>
                    <a:cubicBezTo>
                      <a:pt x="0" y="152"/>
                      <a:pt x="151" y="0"/>
                      <a:pt x="337" y="0"/>
                    </a:cubicBezTo>
                    <a:cubicBezTo>
                      <a:pt x="524" y="0"/>
                      <a:pt x="675" y="152"/>
                      <a:pt x="675" y="338"/>
                    </a:cubicBez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25" name="Google Shape;725;p19"/>
          <p:cNvGrpSpPr/>
          <p:nvPr/>
        </p:nvGrpSpPr>
        <p:grpSpPr>
          <a:xfrm>
            <a:off x="7359430" y="819685"/>
            <a:ext cx="1132714" cy="1645290"/>
            <a:chOff x="7359430" y="819685"/>
            <a:chExt cx="1132714" cy="1645290"/>
          </a:xfrm>
        </p:grpSpPr>
        <p:sp>
          <p:nvSpPr>
            <p:cNvPr id="726" name="Google Shape;726;p19"/>
            <p:cNvSpPr/>
            <p:nvPr/>
          </p:nvSpPr>
          <p:spPr>
            <a:xfrm rot="3600003">
              <a:off x="7508612" y="974409"/>
              <a:ext cx="834351" cy="826229"/>
            </a:xfrm>
            <a:custGeom>
              <a:avLst/>
              <a:gdLst/>
              <a:ahLst/>
              <a:cxnLst/>
              <a:rect l="l" t="t" r="r" b="b"/>
              <a:pathLst>
                <a:path w="4515" h="4471" extrusionOk="0">
                  <a:moveTo>
                    <a:pt x="1821" y="3126"/>
                  </a:moveTo>
                  <a:cubicBezTo>
                    <a:pt x="1330" y="2885"/>
                    <a:pt x="1126" y="2290"/>
                    <a:pt x="1367" y="1799"/>
                  </a:cubicBezTo>
                  <a:cubicBezTo>
                    <a:pt x="1608" y="1308"/>
                    <a:pt x="2204" y="1105"/>
                    <a:pt x="2695" y="1345"/>
                  </a:cubicBezTo>
                  <a:cubicBezTo>
                    <a:pt x="3186" y="1587"/>
                    <a:pt x="3389" y="2182"/>
                    <a:pt x="3148" y="2673"/>
                  </a:cubicBezTo>
                  <a:cubicBezTo>
                    <a:pt x="2907" y="3164"/>
                    <a:pt x="2312" y="3367"/>
                    <a:pt x="1821" y="3126"/>
                  </a:cubicBezTo>
                  <a:moveTo>
                    <a:pt x="3878" y="3808"/>
                  </a:moveTo>
                  <a:cubicBezTo>
                    <a:pt x="4043" y="3638"/>
                    <a:pt x="4179" y="3444"/>
                    <a:pt x="4284" y="3230"/>
                  </a:cubicBezTo>
                  <a:lnTo>
                    <a:pt x="4287" y="3225"/>
                  </a:lnTo>
                  <a:lnTo>
                    <a:pt x="3946" y="3058"/>
                  </a:lnTo>
                  <a:cubicBezTo>
                    <a:pt x="4035" y="2876"/>
                    <a:pt x="4091" y="2687"/>
                    <a:pt x="4118" y="2496"/>
                  </a:cubicBezTo>
                  <a:lnTo>
                    <a:pt x="4494" y="2549"/>
                  </a:lnTo>
                  <a:cubicBezTo>
                    <a:pt x="4526" y="2315"/>
                    <a:pt x="4522" y="2077"/>
                    <a:pt x="4481" y="1843"/>
                  </a:cubicBezTo>
                  <a:lnTo>
                    <a:pt x="4106" y="1909"/>
                  </a:lnTo>
                  <a:cubicBezTo>
                    <a:pt x="4072" y="1716"/>
                    <a:pt x="4007" y="1528"/>
                    <a:pt x="3915" y="1354"/>
                  </a:cubicBezTo>
                  <a:lnTo>
                    <a:pt x="4251" y="1176"/>
                  </a:lnTo>
                  <a:cubicBezTo>
                    <a:pt x="4139" y="966"/>
                    <a:pt x="3996" y="776"/>
                    <a:pt x="3826" y="612"/>
                  </a:cubicBezTo>
                  <a:lnTo>
                    <a:pt x="3562" y="885"/>
                  </a:lnTo>
                  <a:cubicBezTo>
                    <a:pt x="3425" y="752"/>
                    <a:pt x="3266" y="638"/>
                    <a:pt x="3085" y="550"/>
                  </a:cubicBezTo>
                  <a:cubicBezTo>
                    <a:pt x="3084" y="549"/>
                    <a:pt x="3083" y="549"/>
                    <a:pt x="3081" y="548"/>
                  </a:cubicBezTo>
                  <a:lnTo>
                    <a:pt x="3248" y="207"/>
                  </a:lnTo>
                  <a:cubicBezTo>
                    <a:pt x="3034" y="103"/>
                    <a:pt x="2807" y="33"/>
                    <a:pt x="2573" y="0"/>
                  </a:cubicBezTo>
                  <a:lnTo>
                    <a:pt x="2520" y="376"/>
                  </a:lnTo>
                  <a:cubicBezTo>
                    <a:pt x="2323" y="349"/>
                    <a:pt x="2125" y="353"/>
                    <a:pt x="1933" y="387"/>
                  </a:cubicBezTo>
                  <a:lnTo>
                    <a:pt x="1867" y="13"/>
                  </a:lnTo>
                  <a:cubicBezTo>
                    <a:pt x="1633" y="54"/>
                    <a:pt x="1409" y="131"/>
                    <a:pt x="1200" y="242"/>
                  </a:cubicBezTo>
                  <a:lnTo>
                    <a:pt x="1378" y="578"/>
                  </a:lnTo>
                  <a:cubicBezTo>
                    <a:pt x="1205" y="669"/>
                    <a:pt x="1046" y="787"/>
                    <a:pt x="908" y="930"/>
                  </a:cubicBezTo>
                  <a:lnTo>
                    <a:pt x="635" y="666"/>
                  </a:lnTo>
                  <a:cubicBezTo>
                    <a:pt x="472" y="835"/>
                    <a:pt x="336" y="1029"/>
                    <a:pt x="232" y="1241"/>
                  </a:cubicBezTo>
                  <a:lnTo>
                    <a:pt x="230" y="1244"/>
                  </a:lnTo>
                  <a:lnTo>
                    <a:pt x="571" y="1409"/>
                  </a:lnTo>
                  <a:cubicBezTo>
                    <a:pt x="482" y="1592"/>
                    <a:pt x="425" y="1782"/>
                    <a:pt x="398" y="1972"/>
                  </a:cubicBezTo>
                  <a:lnTo>
                    <a:pt x="23" y="1919"/>
                  </a:lnTo>
                  <a:cubicBezTo>
                    <a:pt x="-11" y="2153"/>
                    <a:pt x="-7" y="2391"/>
                    <a:pt x="35" y="2625"/>
                  </a:cubicBezTo>
                  <a:lnTo>
                    <a:pt x="409" y="2559"/>
                  </a:lnTo>
                  <a:cubicBezTo>
                    <a:pt x="443" y="2753"/>
                    <a:pt x="507" y="2941"/>
                    <a:pt x="599" y="3115"/>
                  </a:cubicBezTo>
                  <a:lnTo>
                    <a:pt x="263" y="3293"/>
                  </a:lnTo>
                  <a:cubicBezTo>
                    <a:pt x="374" y="3503"/>
                    <a:pt x="517" y="3693"/>
                    <a:pt x="687" y="3857"/>
                  </a:cubicBezTo>
                  <a:lnTo>
                    <a:pt x="951" y="3585"/>
                  </a:lnTo>
                  <a:cubicBezTo>
                    <a:pt x="1089" y="3718"/>
                    <a:pt x="1249" y="3833"/>
                    <a:pt x="1430" y="3922"/>
                  </a:cubicBezTo>
                  <a:cubicBezTo>
                    <a:pt x="1431" y="3922"/>
                    <a:pt x="1431" y="3922"/>
                    <a:pt x="1432" y="3923"/>
                  </a:cubicBezTo>
                  <a:lnTo>
                    <a:pt x="1265" y="4263"/>
                  </a:lnTo>
                  <a:cubicBezTo>
                    <a:pt x="1479" y="4367"/>
                    <a:pt x="1705" y="4438"/>
                    <a:pt x="1939" y="4471"/>
                  </a:cubicBezTo>
                  <a:lnTo>
                    <a:pt x="1993" y="4095"/>
                  </a:lnTo>
                  <a:cubicBezTo>
                    <a:pt x="2190" y="4123"/>
                    <a:pt x="2388" y="4119"/>
                    <a:pt x="2580" y="4085"/>
                  </a:cubicBezTo>
                  <a:lnTo>
                    <a:pt x="2645" y="4460"/>
                  </a:lnTo>
                  <a:cubicBezTo>
                    <a:pt x="2879" y="4419"/>
                    <a:pt x="3103" y="4342"/>
                    <a:pt x="3313" y="4231"/>
                  </a:cubicBezTo>
                  <a:lnTo>
                    <a:pt x="3135" y="3895"/>
                  </a:lnTo>
                  <a:cubicBezTo>
                    <a:pt x="3308" y="3804"/>
                    <a:pt x="3467" y="3686"/>
                    <a:pt x="3606" y="3544"/>
                  </a:cubicBezTo>
                  <a:lnTo>
                    <a:pt x="3878" y="3808"/>
                  </a:ln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19"/>
            <p:cNvSpPr/>
            <p:nvPr/>
          </p:nvSpPr>
          <p:spPr>
            <a:xfrm rot="3600020">
              <a:off x="7893347" y="1918241"/>
              <a:ext cx="465027" cy="460495"/>
            </a:xfrm>
            <a:custGeom>
              <a:avLst/>
              <a:gdLst/>
              <a:ahLst/>
              <a:cxnLst/>
              <a:rect l="l" t="t" r="r" b="b"/>
              <a:pathLst>
                <a:path w="4515" h="4471" extrusionOk="0">
                  <a:moveTo>
                    <a:pt x="1821" y="3126"/>
                  </a:moveTo>
                  <a:cubicBezTo>
                    <a:pt x="1330" y="2885"/>
                    <a:pt x="1126" y="2290"/>
                    <a:pt x="1367" y="1799"/>
                  </a:cubicBezTo>
                  <a:cubicBezTo>
                    <a:pt x="1608" y="1308"/>
                    <a:pt x="2204" y="1105"/>
                    <a:pt x="2695" y="1345"/>
                  </a:cubicBezTo>
                  <a:cubicBezTo>
                    <a:pt x="3186" y="1587"/>
                    <a:pt x="3389" y="2182"/>
                    <a:pt x="3148" y="2673"/>
                  </a:cubicBezTo>
                  <a:cubicBezTo>
                    <a:pt x="2907" y="3164"/>
                    <a:pt x="2312" y="3367"/>
                    <a:pt x="1821" y="3126"/>
                  </a:cubicBezTo>
                  <a:moveTo>
                    <a:pt x="3878" y="3808"/>
                  </a:moveTo>
                  <a:cubicBezTo>
                    <a:pt x="4043" y="3638"/>
                    <a:pt x="4179" y="3444"/>
                    <a:pt x="4284" y="3230"/>
                  </a:cubicBezTo>
                  <a:lnTo>
                    <a:pt x="4287" y="3225"/>
                  </a:lnTo>
                  <a:lnTo>
                    <a:pt x="3946" y="3058"/>
                  </a:lnTo>
                  <a:cubicBezTo>
                    <a:pt x="4035" y="2876"/>
                    <a:pt x="4091" y="2687"/>
                    <a:pt x="4118" y="2496"/>
                  </a:cubicBezTo>
                  <a:lnTo>
                    <a:pt x="4494" y="2549"/>
                  </a:lnTo>
                  <a:cubicBezTo>
                    <a:pt x="4526" y="2315"/>
                    <a:pt x="4522" y="2077"/>
                    <a:pt x="4481" y="1843"/>
                  </a:cubicBezTo>
                  <a:lnTo>
                    <a:pt x="4106" y="1909"/>
                  </a:lnTo>
                  <a:cubicBezTo>
                    <a:pt x="4072" y="1716"/>
                    <a:pt x="4007" y="1528"/>
                    <a:pt x="3915" y="1354"/>
                  </a:cubicBezTo>
                  <a:lnTo>
                    <a:pt x="4251" y="1176"/>
                  </a:lnTo>
                  <a:cubicBezTo>
                    <a:pt x="4139" y="966"/>
                    <a:pt x="3996" y="776"/>
                    <a:pt x="3826" y="612"/>
                  </a:cubicBezTo>
                  <a:lnTo>
                    <a:pt x="3562" y="885"/>
                  </a:lnTo>
                  <a:cubicBezTo>
                    <a:pt x="3425" y="752"/>
                    <a:pt x="3266" y="638"/>
                    <a:pt x="3085" y="550"/>
                  </a:cubicBezTo>
                  <a:cubicBezTo>
                    <a:pt x="3084" y="549"/>
                    <a:pt x="3083" y="549"/>
                    <a:pt x="3081" y="548"/>
                  </a:cubicBezTo>
                  <a:lnTo>
                    <a:pt x="3248" y="207"/>
                  </a:lnTo>
                  <a:cubicBezTo>
                    <a:pt x="3034" y="103"/>
                    <a:pt x="2807" y="33"/>
                    <a:pt x="2573" y="0"/>
                  </a:cubicBezTo>
                  <a:lnTo>
                    <a:pt x="2520" y="376"/>
                  </a:lnTo>
                  <a:cubicBezTo>
                    <a:pt x="2323" y="349"/>
                    <a:pt x="2125" y="353"/>
                    <a:pt x="1933" y="387"/>
                  </a:cubicBezTo>
                  <a:lnTo>
                    <a:pt x="1867" y="13"/>
                  </a:lnTo>
                  <a:cubicBezTo>
                    <a:pt x="1633" y="54"/>
                    <a:pt x="1409" y="131"/>
                    <a:pt x="1200" y="242"/>
                  </a:cubicBezTo>
                  <a:lnTo>
                    <a:pt x="1378" y="578"/>
                  </a:lnTo>
                  <a:cubicBezTo>
                    <a:pt x="1205" y="669"/>
                    <a:pt x="1046" y="787"/>
                    <a:pt x="908" y="930"/>
                  </a:cubicBezTo>
                  <a:lnTo>
                    <a:pt x="635" y="666"/>
                  </a:lnTo>
                  <a:cubicBezTo>
                    <a:pt x="472" y="835"/>
                    <a:pt x="336" y="1029"/>
                    <a:pt x="232" y="1241"/>
                  </a:cubicBezTo>
                  <a:lnTo>
                    <a:pt x="230" y="1244"/>
                  </a:lnTo>
                  <a:lnTo>
                    <a:pt x="571" y="1409"/>
                  </a:lnTo>
                  <a:cubicBezTo>
                    <a:pt x="482" y="1592"/>
                    <a:pt x="425" y="1782"/>
                    <a:pt x="398" y="1972"/>
                  </a:cubicBezTo>
                  <a:lnTo>
                    <a:pt x="23" y="1919"/>
                  </a:lnTo>
                  <a:cubicBezTo>
                    <a:pt x="-11" y="2153"/>
                    <a:pt x="-7" y="2391"/>
                    <a:pt x="35" y="2625"/>
                  </a:cubicBezTo>
                  <a:lnTo>
                    <a:pt x="409" y="2559"/>
                  </a:lnTo>
                  <a:cubicBezTo>
                    <a:pt x="443" y="2753"/>
                    <a:pt x="507" y="2941"/>
                    <a:pt x="599" y="3115"/>
                  </a:cubicBezTo>
                  <a:lnTo>
                    <a:pt x="263" y="3293"/>
                  </a:lnTo>
                  <a:cubicBezTo>
                    <a:pt x="374" y="3503"/>
                    <a:pt x="517" y="3693"/>
                    <a:pt x="687" y="3857"/>
                  </a:cubicBezTo>
                  <a:lnTo>
                    <a:pt x="951" y="3585"/>
                  </a:lnTo>
                  <a:cubicBezTo>
                    <a:pt x="1089" y="3718"/>
                    <a:pt x="1249" y="3833"/>
                    <a:pt x="1430" y="3922"/>
                  </a:cubicBezTo>
                  <a:cubicBezTo>
                    <a:pt x="1431" y="3922"/>
                    <a:pt x="1431" y="3922"/>
                    <a:pt x="1432" y="3923"/>
                  </a:cubicBezTo>
                  <a:lnTo>
                    <a:pt x="1265" y="4263"/>
                  </a:lnTo>
                  <a:cubicBezTo>
                    <a:pt x="1479" y="4367"/>
                    <a:pt x="1705" y="4438"/>
                    <a:pt x="1939" y="4471"/>
                  </a:cubicBezTo>
                  <a:lnTo>
                    <a:pt x="1993" y="4095"/>
                  </a:lnTo>
                  <a:cubicBezTo>
                    <a:pt x="2190" y="4123"/>
                    <a:pt x="2388" y="4119"/>
                    <a:pt x="2580" y="4085"/>
                  </a:cubicBezTo>
                  <a:lnTo>
                    <a:pt x="2645" y="4460"/>
                  </a:lnTo>
                  <a:cubicBezTo>
                    <a:pt x="2879" y="4419"/>
                    <a:pt x="3103" y="4342"/>
                    <a:pt x="3313" y="4231"/>
                  </a:cubicBezTo>
                  <a:lnTo>
                    <a:pt x="3135" y="3895"/>
                  </a:lnTo>
                  <a:cubicBezTo>
                    <a:pt x="3308" y="3804"/>
                    <a:pt x="3467" y="3686"/>
                    <a:pt x="3606" y="3544"/>
                  </a:cubicBezTo>
                  <a:lnTo>
                    <a:pt x="3878" y="3808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9" name="Google Shape;729;p20"/>
          <p:cNvGrpSpPr/>
          <p:nvPr/>
        </p:nvGrpSpPr>
        <p:grpSpPr>
          <a:xfrm>
            <a:off x="-199950" y="-327450"/>
            <a:ext cx="9543900" cy="5646000"/>
            <a:chOff x="-199950" y="-251250"/>
            <a:chExt cx="9543900" cy="5646000"/>
          </a:xfrm>
        </p:grpSpPr>
        <p:cxnSp>
          <p:nvCxnSpPr>
            <p:cNvPr id="730" name="Google Shape;730;p20"/>
            <p:cNvCxnSpPr/>
            <p:nvPr/>
          </p:nvCxnSpPr>
          <p:spPr>
            <a:xfrm rot="10800000">
              <a:off x="31462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1" name="Google Shape;731;p20"/>
            <p:cNvCxnSpPr/>
            <p:nvPr/>
          </p:nvCxnSpPr>
          <p:spPr>
            <a:xfrm rot="10800000">
              <a:off x="88232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2" name="Google Shape;732;p20"/>
            <p:cNvCxnSpPr/>
            <p:nvPr/>
          </p:nvCxnSpPr>
          <p:spPr>
            <a:xfrm rot="10800000">
              <a:off x="145002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3" name="Google Shape;733;p20"/>
            <p:cNvCxnSpPr/>
            <p:nvPr/>
          </p:nvCxnSpPr>
          <p:spPr>
            <a:xfrm rot="10800000">
              <a:off x="201773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4" name="Google Shape;734;p20"/>
            <p:cNvCxnSpPr/>
            <p:nvPr/>
          </p:nvCxnSpPr>
          <p:spPr>
            <a:xfrm rot="10800000">
              <a:off x="258543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5" name="Google Shape;735;p20"/>
            <p:cNvCxnSpPr/>
            <p:nvPr/>
          </p:nvCxnSpPr>
          <p:spPr>
            <a:xfrm rot="10800000">
              <a:off x="315313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6" name="Google Shape;736;p20"/>
            <p:cNvCxnSpPr/>
            <p:nvPr/>
          </p:nvCxnSpPr>
          <p:spPr>
            <a:xfrm rot="10800000">
              <a:off x="372083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7" name="Google Shape;737;p20"/>
            <p:cNvCxnSpPr/>
            <p:nvPr/>
          </p:nvCxnSpPr>
          <p:spPr>
            <a:xfrm rot="10800000">
              <a:off x="428853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8" name="Google Shape;738;p20"/>
            <p:cNvCxnSpPr/>
            <p:nvPr/>
          </p:nvCxnSpPr>
          <p:spPr>
            <a:xfrm rot="10800000">
              <a:off x="485623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9" name="Google Shape;739;p20"/>
            <p:cNvCxnSpPr/>
            <p:nvPr/>
          </p:nvCxnSpPr>
          <p:spPr>
            <a:xfrm rot="10800000">
              <a:off x="542394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0" name="Google Shape;740;p20"/>
            <p:cNvCxnSpPr/>
            <p:nvPr/>
          </p:nvCxnSpPr>
          <p:spPr>
            <a:xfrm rot="10800000">
              <a:off x="5991642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1" name="Google Shape;741;p20"/>
            <p:cNvCxnSpPr/>
            <p:nvPr/>
          </p:nvCxnSpPr>
          <p:spPr>
            <a:xfrm rot="10800000">
              <a:off x="6559343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2" name="Google Shape;742;p20"/>
            <p:cNvCxnSpPr/>
            <p:nvPr/>
          </p:nvCxnSpPr>
          <p:spPr>
            <a:xfrm rot="10800000">
              <a:off x="7127045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3" name="Google Shape;743;p20"/>
            <p:cNvCxnSpPr/>
            <p:nvPr/>
          </p:nvCxnSpPr>
          <p:spPr>
            <a:xfrm rot="10800000">
              <a:off x="7694747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4" name="Google Shape;744;p20"/>
            <p:cNvCxnSpPr/>
            <p:nvPr/>
          </p:nvCxnSpPr>
          <p:spPr>
            <a:xfrm rot="10800000">
              <a:off x="8262448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5" name="Google Shape;745;p20"/>
            <p:cNvCxnSpPr/>
            <p:nvPr/>
          </p:nvCxnSpPr>
          <p:spPr>
            <a:xfrm>
              <a:off x="-199950" y="2341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6" name="Google Shape;746;p20"/>
            <p:cNvCxnSpPr/>
            <p:nvPr/>
          </p:nvCxnSpPr>
          <p:spPr>
            <a:xfrm>
              <a:off x="-199950" y="753635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7" name="Google Shape;747;p20"/>
            <p:cNvCxnSpPr/>
            <p:nvPr/>
          </p:nvCxnSpPr>
          <p:spPr>
            <a:xfrm>
              <a:off x="-199950" y="1273157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8" name="Google Shape;748;p20"/>
            <p:cNvCxnSpPr/>
            <p:nvPr/>
          </p:nvCxnSpPr>
          <p:spPr>
            <a:xfrm>
              <a:off x="-199950" y="1792679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9" name="Google Shape;749;p20"/>
            <p:cNvCxnSpPr/>
            <p:nvPr/>
          </p:nvCxnSpPr>
          <p:spPr>
            <a:xfrm>
              <a:off x="-199950" y="2312201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0" name="Google Shape;750;p20"/>
            <p:cNvCxnSpPr/>
            <p:nvPr/>
          </p:nvCxnSpPr>
          <p:spPr>
            <a:xfrm>
              <a:off x="-199950" y="2831724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1" name="Google Shape;751;p20"/>
            <p:cNvCxnSpPr/>
            <p:nvPr/>
          </p:nvCxnSpPr>
          <p:spPr>
            <a:xfrm>
              <a:off x="-199950" y="3351246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2" name="Google Shape;752;p20"/>
            <p:cNvCxnSpPr/>
            <p:nvPr/>
          </p:nvCxnSpPr>
          <p:spPr>
            <a:xfrm>
              <a:off x="-199950" y="3870768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3" name="Google Shape;753;p20"/>
            <p:cNvCxnSpPr/>
            <p:nvPr/>
          </p:nvCxnSpPr>
          <p:spPr>
            <a:xfrm>
              <a:off x="-199950" y="4390290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4" name="Google Shape;754;p20"/>
            <p:cNvCxnSpPr/>
            <p:nvPr/>
          </p:nvCxnSpPr>
          <p:spPr>
            <a:xfrm>
              <a:off x="-199950" y="4909813"/>
              <a:ext cx="954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55" name="Google Shape;755;p20"/>
            <p:cNvCxnSpPr/>
            <p:nvPr/>
          </p:nvCxnSpPr>
          <p:spPr>
            <a:xfrm rot="10800000">
              <a:off x="8830150" y="-251250"/>
              <a:ext cx="0" cy="5646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756" name="Google Shape;756;p20"/>
          <p:cNvGrpSpPr/>
          <p:nvPr/>
        </p:nvGrpSpPr>
        <p:grpSpPr>
          <a:xfrm>
            <a:off x="626050" y="427300"/>
            <a:ext cx="8197400" cy="4593724"/>
            <a:chOff x="-280802" y="20880"/>
            <a:chExt cx="10622522" cy="5952733"/>
          </a:xfrm>
        </p:grpSpPr>
        <p:sp>
          <p:nvSpPr>
            <p:cNvPr id="757" name="Google Shape;757;p20"/>
            <p:cNvSpPr/>
            <p:nvPr/>
          </p:nvSpPr>
          <p:spPr>
            <a:xfrm>
              <a:off x="-280802" y="549713"/>
              <a:ext cx="10622520" cy="5423901"/>
            </a:xfrm>
            <a:custGeom>
              <a:avLst/>
              <a:gdLst/>
              <a:ahLst/>
              <a:cxnLst/>
              <a:rect l="l" t="t" r="r" b="b"/>
              <a:pathLst>
                <a:path w="29507" h="14157" extrusionOk="0">
                  <a:moveTo>
                    <a:pt x="0" y="14157"/>
                  </a:moveTo>
                  <a:lnTo>
                    <a:pt x="29507" y="14157"/>
                  </a:lnTo>
                  <a:lnTo>
                    <a:pt x="29507" y="0"/>
                  </a:lnTo>
                  <a:lnTo>
                    <a:pt x="0" y="0"/>
                  </a:lnTo>
                  <a:lnTo>
                    <a:pt x="0" y="14157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20"/>
            <p:cNvSpPr/>
            <p:nvPr/>
          </p:nvSpPr>
          <p:spPr>
            <a:xfrm>
              <a:off x="-280800" y="20880"/>
              <a:ext cx="10622520" cy="528840"/>
            </a:xfrm>
            <a:custGeom>
              <a:avLst/>
              <a:gdLst/>
              <a:ahLst/>
              <a:cxnLst/>
              <a:rect l="l" t="t" r="r" b="b"/>
              <a:pathLst>
                <a:path w="29507" h="1469" extrusionOk="0">
                  <a:moveTo>
                    <a:pt x="28655" y="0"/>
                  </a:moveTo>
                  <a:lnTo>
                    <a:pt x="851" y="0"/>
                  </a:lnTo>
                  <a:cubicBezTo>
                    <a:pt x="381" y="0"/>
                    <a:pt x="0" y="312"/>
                    <a:pt x="0" y="698"/>
                  </a:cubicBezTo>
                  <a:lnTo>
                    <a:pt x="0" y="1469"/>
                  </a:lnTo>
                  <a:lnTo>
                    <a:pt x="29507" y="1469"/>
                  </a:lnTo>
                  <a:lnTo>
                    <a:pt x="29507" y="698"/>
                  </a:lnTo>
                  <a:cubicBezTo>
                    <a:pt x="29507" y="312"/>
                    <a:pt x="29126" y="0"/>
                    <a:pt x="28655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20"/>
            <p:cNvSpPr/>
            <p:nvPr/>
          </p:nvSpPr>
          <p:spPr>
            <a:xfrm>
              <a:off x="-47880" y="163440"/>
              <a:ext cx="243000" cy="24336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675" y="338"/>
                  </a:moveTo>
                  <a:cubicBezTo>
                    <a:pt x="675" y="525"/>
                    <a:pt x="524" y="676"/>
                    <a:pt x="337" y="676"/>
                  </a:cubicBezTo>
                  <a:cubicBezTo>
                    <a:pt x="151" y="676"/>
                    <a:pt x="0" y="525"/>
                    <a:pt x="0" y="338"/>
                  </a:cubicBezTo>
                  <a:cubicBezTo>
                    <a:pt x="0" y="152"/>
                    <a:pt x="151" y="0"/>
                    <a:pt x="337" y="0"/>
                  </a:cubicBezTo>
                  <a:cubicBezTo>
                    <a:pt x="524" y="0"/>
                    <a:pt x="675" y="152"/>
                    <a:pt x="675" y="338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20"/>
            <p:cNvSpPr/>
            <p:nvPr/>
          </p:nvSpPr>
          <p:spPr>
            <a:xfrm>
              <a:off x="327960" y="163440"/>
              <a:ext cx="243000" cy="24336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675" y="338"/>
                  </a:moveTo>
                  <a:cubicBezTo>
                    <a:pt x="675" y="525"/>
                    <a:pt x="524" y="676"/>
                    <a:pt x="337" y="676"/>
                  </a:cubicBezTo>
                  <a:cubicBezTo>
                    <a:pt x="151" y="676"/>
                    <a:pt x="0" y="525"/>
                    <a:pt x="0" y="338"/>
                  </a:cubicBezTo>
                  <a:cubicBezTo>
                    <a:pt x="0" y="152"/>
                    <a:pt x="151" y="0"/>
                    <a:pt x="337" y="0"/>
                  </a:cubicBezTo>
                  <a:cubicBezTo>
                    <a:pt x="524" y="0"/>
                    <a:pt x="675" y="152"/>
                    <a:pt x="675" y="338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20"/>
            <p:cNvSpPr/>
            <p:nvPr/>
          </p:nvSpPr>
          <p:spPr>
            <a:xfrm>
              <a:off x="703800" y="163440"/>
              <a:ext cx="243000" cy="24336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675" y="338"/>
                  </a:moveTo>
                  <a:cubicBezTo>
                    <a:pt x="675" y="525"/>
                    <a:pt x="524" y="676"/>
                    <a:pt x="337" y="676"/>
                  </a:cubicBezTo>
                  <a:cubicBezTo>
                    <a:pt x="151" y="676"/>
                    <a:pt x="0" y="525"/>
                    <a:pt x="0" y="338"/>
                  </a:cubicBezTo>
                  <a:cubicBezTo>
                    <a:pt x="0" y="152"/>
                    <a:pt x="151" y="0"/>
                    <a:pt x="337" y="0"/>
                  </a:cubicBezTo>
                  <a:cubicBezTo>
                    <a:pt x="524" y="0"/>
                    <a:pt x="675" y="152"/>
                    <a:pt x="675" y="338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2" name="Google Shape;762;p20"/>
          <p:cNvGrpSpPr/>
          <p:nvPr/>
        </p:nvGrpSpPr>
        <p:grpSpPr>
          <a:xfrm>
            <a:off x="473650" y="274900"/>
            <a:ext cx="8197400" cy="4593724"/>
            <a:chOff x="-280802" y="20880"/>
            <a:chExt cx="10622522" cy="5952733"/>
          </a:xfrm>
        </p:grpSpPr>
        <p:sp>
          <p:nvSpPr>
            <p:cNvPr id="763" name="Google Shape;763;p20"/>
            <p:cNvSpPr/>
            <p:nvPr/>
          </p:nvSpPr>
          <p:spPr>
            <a:xfrm>
              <a:off x="-280802" y="549713"/>
              <a:ext cx="10622520" cy="5423901"/>
            </a:xfrm>
            <a:custGeom>
              <a:avLst/>
              <a:gdLst/>
              <a:ahLst/>
              <a:cxnLst/>
              <a:rect l="l" t="t" r="r" b="b"/>
              <a:pathLst>
                <a:path w="29507" h="14157" extrusionOk="0">
                  <a:moveTo>
                    <a:pt x="0" y="14157"/>
                  </a:moveTo>
                  <a:lnTo>
                    <a:pt x="29507" y="14157"/>
                  </a:lnTo>
                  <a:lnTo>
                    <a:pt x="29507" y="0"/>
                  </a:lnTo>
                  <a:lnTo>
                    <a:pt x="0" y="0"/>
                  </a:lnTo>
                  <a:lnTo>
                    <a:pt x="0" y="14157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20"/>
            <p:cNvSpPr/>
            <p:nvPr/>
          </p:nvSpPr>
          <p:spPr>
            <a:xfrm>
              <a:off x="-280800" y="20880"/>
              <a:ext cx="10622520" cy="528840"/>
            </a:xfrm>
            <a:custGeom>
              <a:avLst/>
              <a:gdLst/>
              <a:ahLst/>
              <a:cxnLst/>
              <a:rect l="l" t="t" r="r" b="b"/>
              <a:pathLst>
                <a:path w="29507" h="1469" extrusionOk="0">
                  <a:moveTo>
                    <a:pt x="28655" y="0"/>
                  </a:moveTo>
                  <a:lnTo>
                    <a:pt x="851" y="0"/>
                  </a:lnTo>
                  <a:cubicBezTo>
                    <a:pt x="381" y="0"/>
                    <a:pt x="0" y="312"/>
                    <a:pt x="0" y="698"/>
                  </a:cubicBezTo>
                  <a:lnTo>
                    <a:pt x="0" y="1469"/>
                  </a:lnTo>
                  <a:lnTo>
                    <a:pt x="29507" y="1469"/>
                  </a:lnTo>
                  <a:lnTo>
                    <a:pt x="29507" y="698"/>
                  </a:lnTo>
                  <a:cubicBezTo>
                    <a:pt x="29507" y="312"/>
                    <a:pt x="29126" y="0"/>
                    <a:pt x="28655" y="0"/>
                  </a:cubicBez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20"/>
            <p:cNvSpPr/>
            <p:nvPr/>
          </p:nvSpPr>
          <p:spPr>
            <a:xfrm>
              <a:off x="-47880" y="163440"/>
              <a:ext cx="243000" cy="24336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675" y="338"/>
                  </a:moveTo>
                  <a:cubicBezTo>
                    <a:pt x="675" y="525"/>
                    <a:pt x="524" y="676"/>
                    <a:pt x="337" y="676"/>
                  </a:cubicBezTo>
                  <a:cubicBezTo>
                    <a:pt x="151" y="676"/>
                    <a:pt x="0" y="525"/>
                    <a:pt x="0" y="338"/>
                  </a:cubicBezTo>
                  <a:cubicBezTo>
                    <a:pt x="0" y="152"/>
                    <a:pt x="151" y="0"/>
                    <a:pt x="337" y="0"/>
                  </a:cubicBezTo>
                  <a:cubicBezTo>
                    <a:pt x="524" y="0"/>
                    <a:pt x="675" y="152"/>
                    <a:pt x="675" y="338"/>
                  </a:cubicBezTo>
                  <a:close/>
                </a:path>
              </a:pathLst>
            </a:cu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20"/>
            <p:cNvSpPr/>
            <p:nvPr/>
          </p:nvSpPr>
          <p:spPr>
            <a:xfrm>
              <a:off x="327960" y="163440"/>
              <a:ext cx="243000" cy="24336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675" y="338"/>
                  </a:moveTo>
                  <a:cubicBezTo>
                    <a:pt x="675" y="525"/>
                    <a:pt x="524" y="676"/>
                    <a:pt x="337" y="676"/>
                  </a:cubicBezTo>
                  <a:cubicBezTo>
                    <a:pt x="151" y="676"/>
                    <a:pt x="0" y="525"/>
                    <a:pt x="0" y="338"/>
                  </a:cubicBezTo>
                  <a:cubicBezTo>
                    <a:pt x="0" y="152"/>
                    <a:pt x="151" y="0"/>
                    <a:pt x="337" y="0"/>
                  </a:cubicBezTo>
                  <a:cubicBezTo>
                    <a:pt x="524" y="0"/>
                    <a:pt x="675" y="152"/>
                    <a:pt x="675" y="338"/>
                  </a:cubicBezTo>
                  <a:close/>
                </a:path>
              </a:pathLst>
            </a:custGeom>
            <a:solidFill>
              <a:schemeClr val="dk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20"/>
            <p:cNvSpPr/>
            <p:nvPr/>
          </p:nvSpPr>
          <p:spPr>
            <a:xfrm>
              <a:off x="703800" y="163440"/>
              <a:ext cx="243000" cy="243360"/>
            </a:xfrm>
            <a:custGeom>
              <a:avLst/>
              <a:gdLst/>
              <a:ahLst/>
              <a:cxnLst/>
              <a:rect l="l" t="t" r="r" b="b"/>
              <a:pathLst>
                <a:path w="675" h="676" extrusionOk="0">
                  <a:moveTo>
                    <a:pt x="675" y="338"/>
                  </a:moveTo>
                  <a:cubicBezTo>
                    <a:pt x="675" y="525"/>
                    <a:pt x="524" y="676"/>
                    <a:pt x="337" y="676"/>
                  </a:cubicBezTo>
                  <a:cubicBezTo>
                    <a:pt x="151" y="676"/>
                    <a:pt x="0" y="525"/>
                    <a:pt x="0" y="338"/>
                  </a:cubicBezTo>
                  <a:cubicBezTo>
                    <a:pt x="0" y="152"/>
                    <a:pt x="151" y="0"/>
                    <a:pt x="337" y="0"/>
                  </a:cubicBezTo>
                  <a:cubicBezTo>
                    <a:pt x="524" y="0"/>
                    <a:pt x="675" y="152"/>
                    <a:pt x="675" y="338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8" name="Google Shape;768;p20"/>
          <p:cNvGrpSpPr/>
          <p:nvPr/>
        </p:nvGrpSpPr>
        <p:grpSpPr>
          <a:xfrm>
            <a:off x="7527566" y="3702226"/>
            <a:ext cx="1212401" cy="1240945"/>
            <a:chOff x="8264880" y="1119240"/>
            <a:chExt cx="1865520" cy="1909440"/>
          </a:xfrm>
        </p:grpSpPr>
        <p:sp>
          <p:nvSpPr>
            <p:cNvPr id="769" name="Google Shape;769;p20"/>
            <p:cNvSpPr/>
            <p:nvPr/>
          </p:nvSpPr>
          <p:spPr>
            <a:xfrm>
              <a:off x="9336240" y="2202840"/>
              <a:ext cx="190080" cy="199080"/>
            </a:xfrm>
            <a:custGeom>
              <a:avLst/>
              <a:gdLst/>
              <a:ahLst/>
              <a:cxnLst/>
              <a:rect l="l" t="t" r="r" b="b"/>
              <a:pathLst>
                <a:path w="528" h="553" extrusionOk="0">
                  <a:moveTo>
                    <a:pt x="0" y="0"/>
                  </a:moveTo>
                  <a:lnTo>
                    <a:pt x="528" y="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20"/>
            <p:cNvSpPr/>
            <p:nvPr/>
          </p:nvSpPr>
          <p:spPr>
            <a:xfrm>
              <a:off x="9298800" y="2167200"/>
              <a:ext cx="264960" cy="270360"/>
            </a:xfrm>
            <a:custGeom>
              <a:avLst/>
              <a:gdLst/>
              <a:ahLst/>
              <a:cxnLst/>
              <a:rect l="l" t="t" r="r" b="b"/>
              <a:pathLst>
                <a:path w="736" h="751" extrusionOk="0">
                  <a:moveTo>
                    <a:pt x="527" y="751"/>
                  </a:moveTo>
                  <a:lnTo>
                    <a:pt x="736" y="553"/>
                  </a:lnTo>
                  <a:lnTo>
                    <a:pt x="208" y="0"/>
                  </a:lnTo>
                  <a:lnTo>
                    <a:pt x="0" y="198"/>
                  </a:lnTo>
                  <a:lnTo>
                    <a:pt x="527" y="751"/>
                  </a:lnTo>
                  <a:close/>
                </a:path>
              </a:pathLst>
            </a:custGeom>
            <a:solidFill>
              <a:srgbClr val="00909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20"/>
            <p:cNvSpPr/>
            <p:nvPr/>
          </p:nvSpPr>
          <p:spPr>
            <a:xfrm>
              <a:off x="9428400" y="2303640"/>
              <a:ext cx="702000" cy="725040"/>
            </a:xfrm>
            <a:custGeom>
              <a:avLst/>
              <a:gdLst/>
              <a:ahLst/>
              <a:cxnLst/>
              <a:rect l="l" t="t" r="r" b="b"/>
              <a:pathLst>
                <a:path w="1950" h="2014" extrusionOk="0">
                  <a:moveTo>
                    <a:pt x="1950" y="1606"/>
                  </a:moveTo>
                  <a:cubicBezTo>
                    <a:pt x="1950" y="1660"/>
                    <a:pt x="1930" y="1713"/>
                    <a:pt x="1889" y="1752"/>
                  </a:cubicBezTo>
                  <a:lnTo>
                    <a:pt x="1747" y="1887"/>
                  </a:lnTo>
                  <a:lnTo>
                    <a:pt x="1671" y="1959"/>
                  </a:lnTo>
                  <a:cubicBezTo>
                    <a:pt x="1591" y="2036"/>
                    <a:pt x="1460" y="2030"/>
                    <a:pt x="1380" y="1946"/>
                  </a:cubicBezTo>
                  <a:lnTo>
                    <a:pt x="0" y="499"/>
                  </a:lnTo>
                  <a:lnTo>
                    <a:pt x="1" y="207"/>
                  </a:lnTo>
                  <a:lnTo>
                    <a:pt x="72" y="139"/>
                  </a:lnTo>
                  <a:lnTo>
                    <a:pt x="72" y="139"/>
                  </a:lnTo>
                  <a:lnTo>
                    <a:pt x="218" y="0"/>
                  </a:lnTo>
                  <a:lnTo>
                    <a:pt x="510" y="13"/>
                  </a:lnTo>
                  <a:lnTo>
                    <a:pt x="1890" y="1461"/>
                  </a:lnTo>
                  <a:cubicBezTo>
                    <a:pt x="1929" y="1501"/>
                    <a:pt x="1949" y="1554"/>
                    <a:pt x="1950" y="1606"/>
                  </a:cubicBezTo>
                  <a:close/>
                </a:path>
              </a:pathLst>
            </a:custGeom>
            <a:solidFill>
              <a:srgbClr val="00909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20"/>
            <p:cNvSpPr/>
            <p:nvPr/>
          </p:nvSpPr>
          <p:spPr>
            <a:xfrm>
              <a:off x="9428400" y="2483280"/>
              <a:ext cx="702000" cy="545400"/>
            </a:xfrm>
            <a:custGeom>
              <a:avLst/>
              <a:gdLst/>
              <a:ahLst/>
              <a:cxnLst/>
              <a:rect l="l" t="t" r="r" b="b"/>
              <a:pathLst>
                <a:path w="1950" h="1515" extrusionOk="0">
                  <a:moveTo>
                    <a:pt x="1950" y="1107"/>
                  </a:moveTo>
                  <a:cubicBezTo>
                    <a:pt x="1950" y="1161"/>
                    <a:pt x="1930" y="1214"/>
                    <a:pt x="1889" y="1253"/>
                  </a:cubicBezTo>
                  <a:lnTo>
                    <a:pt x="1747" y="1388"/>
                  </a:lnTo>
                  <a:lnTo>
                    <a:pt x="1671" y="1460"/>
                  </a:lnTo>
                  <a:cubicBezTo>
                    <a:pt x="1591" y="1537"/>
                    <a:pt x="1460" y="1531"/>
                    <a:pt x="1380" y="1447"/>
                  </a:cubicBezTo>
                  <a:lnTo>
                    <a:pt x="0" y="0"/>
                  </a:lnTo>
                  <a:lnTo>
                    <a:pt x="1950" y="1107"/>
                  </a:lnTo>
                  <a:close/>
                </a:path>
              </a:pathLst>
            </a:custGeom>
            <a:solidFill>
              <a:srgbClr val="3E282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20"/>
            <p:cNvSpPr/>
            <p:nvPr/>
          </p:nvSpPr>
          <p:spPr>
            <a:xfrm>
              <a:off x="8338680" y="1193040"/>
              <a:ext cx="1150920" cy="1151280"/>
            </a:xfrm>
            <a:custGeom>
              <a:avLst/>
              <a:gdLst/>
              <a:ahLst/>
              <a:cxnLst/>
              <a:rect l="l" t="t" r="r" b="b"/>
              <a:pathLst>
                <a:path w="3197" h="3198" extrusionOk="0">
                  <a:moveTo>
                    <a:pt x="3197" y="1599"/>
                  </a:moveTo>
                  <a:cubicBezTo>
                    <a:pt x="3197" y="2404"/>
                    <a:pt x="2602" y="3070"/>
                    <a:pt x="1828" y="3181"/>
                  </a:cubicBezTo>
                  <a:cubicBezTo>
                    <a:pt x="1754" y="3192"/>
                    <a:pt x="1677" y="3198"/>
                    <a:pt x="1599" y="3198"/>
                  </a:cubicBezTo>
                  <a:cubicBezTo>
                    <a:pt x="1278" y="3198"/>
                    <a:pt x="979" y="3103"/>
                    <a:pt x="729" y="2940"/>
                  </a:cubicBezTo>
                  <a:cubicBezTo>
                    <a:pt x="622" y="2871"/>
                    <a:pt x="524" y="2789"/>
                    <a:pt x="437" y="2698"/>
                  </a:cubicBezTo>
                  <a:cubicBezTo>
                    <a:pt x="306" y="2558"/>
                    <a:pt x="198" y="2396"/>
                    <a:pt x="124" y="2216"/>
                  </a:cubicBezTo>
                  <a:cubicBezTo>
                    <a:pt x="44" y="2026"/>
                    <a:pt x="0" y="1818"/>
                    <a:pt x="0" y="1599"/>
                  </a:cubicBezTo>
                  <a:cubicBezTo>
                    <a:pt x="0" y="725"/>
                    <a:pt x="702" y="14"/>
                    <a:pt x="1573" y="1"/>
                  </a:cubicBezTo>
                  <a:cubicBezTo>
                    <a:pt x="1581" y="0"/>
                    <a:pt x="1590" y="0"/>
                    <a:pt x="1599" y="0"/>
                  </a:cubicBezTo>
                  <a:cubicBezTo>
                    <a:pt x="1789" y="0"/>
                    <a:pt x="1971" y="34"/>
                    <a:pt x="2140" y="94"/>
                  </a:cubicBezTo>
                  <a:cubicBezTo>
                    <a:pt x="2261" y="138"/>
                    <a:pt x="2374" y="195"/>
                    <a:pt x="2479" y="264"/>
                  </a:cubicBezTo>
                  <a:cubicBezTo>
                    <a:pt x="2798" y="475"/>
                    <a:pt x="3037" y="797"/>
                    <a:pt x="3141" y="1175"/>
                  </a:cubicBezTo>
                  <a:cubicBezTo>
                    <a:pt x="3178" y="1310"/>
                    <a:pt x="3197" y="1452"/>
                    <a:pt x="3197" y="1599"/>
                  </a:cubicBezTo>
                  <a:close/>
                </a:path>
              </a:pathLst>
            </a:custGeom>
            <a:solidFill>
              <a:schemeClr val="accent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20"/>
            <p:cNvSpPr/>
            <p:nvPr/>
          </p:nvSpPr>
          <p:spPr>
            <a:xfrm>
              <a:off x="8264880" y="1119240"/>
              <a:ext cx="1298880" cy="1298520"/>
            </a:xfrm>
            <a:custGeom>
              <a:avLst/>
              <a:gdLst/>
              <a:ahLst/>
              <a:cxnLst/>
              <a:rect l="l" t="t" r="r" b="b"/>
              <a:pathLst>
                <a:path w="3608" h="3607" extrusionOk="0">
                  <a:moveTo>
                    <a:pt x="3152" y="2387"/>
                  </a:moveTo>
                  <a:cubicBezTo>
                    <a:pt x="2830" y="3130"/>
                    <a:pt x="1964" y="3473"/>
                    <a:pt x="1221" y="3152"/>
                  </a:cubicBezTo>
                  <a:cubicBezTo>
                    <a:pt x="478" y="2830"/>
                    <a:pt x="135" y="1964"/>
                    <a:pt x="456" y="1221"/>
                  </a:cubicBezTo>
                  <a:cubicBezTo>
                    <a:pt x="778" y="478"/>
                    <a:pt x="1644" y="135"/>
                    <a:pt x="2387" y="456"/>
                  </a:cubicBezTo>
                  <a:cubicBezTo>
                    <a:pt x="3130" y="778"/>
                    <a:pt x="3473" y="1644"/>
                    <a:pt x="3152" y="2387"/>
                  </a:cubicBezTo>
                  <a:moveTo>
                    <a:pt x="1088" y="3459"/>
                  </a:moveTo>
                  <a:cubicBezTo>
                    <a:pt x="2002" y="3854"/>
                    <a:pt x="3063" y="3434"/>
                    <a:pt x="3459" y="2520"/>
                  </a:cubicBezTo>
                  <a:cubicBezTo>
                    <a:pt x="3854" y="1606"/>
                    <a:pt x="3434" y="544"/>
                    <a:pt x="2520" y="149"/>
                  </a:cubicBezTo>
                  <a:cubicBezTo>
                    <a:pt x="1606" y="-246"/>
                    <a:pt x="544" y="174"/>
                    <a:pt x="149" y="1088"/>
                  </a:cubicBezTo>
                  <a:cubicBezTo>
                    <a:pt x="-247" y="2002"/>
                    <a:pt x="174" y="3064"/>
                    <a:pt x="1088" y="3459"/>
                  </a:cubicBezTo>
                  <a:close/>
                </a:path>
              </a:pathLst>
            </a:custGeom>
            <a:solidFill>
              <a:srgbClr val="FCB100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5" r:id="rId4"/>
    <p:sldLayoutId id="2147483657" r:id="rId5"/>
    <p:sldLayoutId id="2147483658" r:id="rId6"/>
    <p:sldLayoutId id="2147483661" r:id="rId7"/>
    <p:sldLayoutId id="2147483664" r:id="rId8"/>
    <p:sldLayoutId id="2147483665" r:id="rId9"/>
    <p:sldLayoutId id="2147483666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449">
          <p15:clr>
            <a:srgbClr val="EA4335"/>
          </p15:clr>
        </p15:guide>
        <p15:guide id="4" pos="531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f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4"/>
          <p:cNvSpPr txBox="1">
            <a:spLocks noGrp="1"/>
          </p:cNvSpPr>
          <p:nvPr>
            <p:ph type="ctrTitle"/>
          </p:nvPr>
        </p:nvSpPr>
        <p:spPr>
          <a:xfrm>
            <a:off x="1306737" y="1571700"/>
            <a:ext cx="6464369" cy="200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Преобразование Бокса-Кокса</a:t>
            </a:r>
            <a:endParaRPr dirty="0"/>
          </a:p>
        </p:txBody>
      </p:sp>
      <p:sp>
        <p:nvSpPr>
          <p:cNvPr id="786" name="Google Shape;786;p24"/>
          <p:cNvSpPr txBox="1">
            <a:spLocks noGrp="1"/>
          </p:cNvSpPr>
          <p:nvPr>
            <p:ph type="subTitle" idx="1"/>
          </p:nvPr>
        </p:nvSpPr>
        <p:spPr>
          <a:xfrm>
            <a:off x="2301625" y="3686200"/>
            <a:ext cx="45408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Презентацию выполнил студент группы ИНБО-20-23, Школьный Илья Владимирович</a:t>
            </a:r>
            <a:endParaRPr dirty="0"/>
          </a:p>
        </p:txBody>
      </p:sp>
      <p:grpSp>
        <p:nvGrpSpPr>
          <p:cNvPr id="787" name="Google Shape;787;p24"/>
          <p:cNvGrpSpPr/>
          <p:nvPr/>
        </p:nvGrpSpPr>
        <p:grpSpPr>
          <a:xfrm>
            <a:off x="139544" y="-233231"/>
            <a:ext cx="8897898" cy="5075960"/>
            <a:chOff x="139544" y="-233231"/>
            <a:chExt cx="8897898" cy="5075960"/>
          </a:xfrm>
        </p:grpSpPr>
        <p:grpSp>
          <p:nvGrpSpPr>
            <p:cNvPr id="788" name="Google Shape;788;p24"/>
            <p:cNvGrpSpPr/>
            <p:nvPr/>
          </p:nvGrpSpPr>
          <p:grpSpPr>
            <a:xfrm>
              <a:off x="7825041" y="2013301"/>
              <a:ext cx="1212401" cy="1240945"/>
              <a:chOff x="8264880" y="1119240"/>
              <a:chExt cx="1865520" cy="1909440"/>
            </a:xfrm>
          </p:grpSpPr>
          <p:sp>
            <p:nvSpPr>
              <p:cNvPr id="789" name="Google Shape;789;p24"/>
              <p:cNvSpPr/>
              <p:nvPr/>
            </p:nvSpPr>
            <p:spPr>
              <a:xfrm>
                <a:off x="9336240" y="2202840"/>
                <a:ext cx="190080" cy="19908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53" extrusionOk="0">
                    <a:moveTo>
                      <a:pt x="0" y="0"/>
                    </a:moveTo>
                    <a:lnTo>
                      <a:pt x="528" y="5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24"/>
              <p:cNvSpPr/>
              <p:nvPr/>
            </p:nvSpPr>
            <p:spPr>
              <a:xfrm>
                <a:off x="9298800" y="2167200"/>
                <a:ext cx="264960" cy="27036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751" extrusionOk="0">
                    <a:moveTo>
                      <a:pt x="527" y="751"/>
                    </a:moveTo>
                    <a:lnTo>
                      <a:pt x="736" y="553"/>
                    </a:lnTo>
                    <a:lnTo>
                      <a:pt x="208" y="0"/>
                    </a:lnTo>
                    <a:lnTo>
                      <a:pt x="0" y="198"/>
                    </a:lnTo>
                    <a:lnTo>
                      <a:pt x="527" y="751"/>
                    </a:ln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24"/>
              <p:cNvSpPr/>
              <p:nvPr/>
            </p:nvSpPr>
            <p:spPr>
              <a:xfrm>
                <a:off x="9428400" y="2303640"/>
                <a:ext cx="702000" cy="72504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2014" extrusionOk="0">
                    <a:moveTo>
                      <a:pt x="1950" y="1606"/>
                    </a:moveTo>
                    <a:cubicBezTo>
                      <a:pt x="1950" y="1660"/>
                      <a:pt x="1930" y="1713"/>
                      <a:pt x="1889" y="1752"/>
                    </a:cubicBezTo>
                    <a:lnTo>
                      <a:pt x="1747" y="1887"/>
                    </a:lnTo>
                    <a:lnTo>
                      <a:pt x="1671" y="1959"/>
                    </a:lnTo>
                    <a:cubicBezTo>
                      <a:pt x="1591" y="2036"/>
                      <a:pt x="1460" y="2030"/>
                      <a:pt x="1380" y="1946"/>
                    </a:cubicBezTo>
                    <a:lnTo>
                      <a:pt x="0" y="499"/>
                    </a:lnTo>
                    <a:lnTo>
                      <a:pt x="1" y="207"/>
                    </a:lnTo>
                    <a:lnTo>
                      <a:pt x="72" y="139"/>
                    </a:lnTo>
                    <a:lnTo>
                      <a:pt x="72" y="139"/>
                    </a:lnTo>
                    <a:lnTo>
                      <a:pt x="218" y="0"/>
                    </a:lnTo>
                    <a:lnTo>
                      <a:pt x="510" y="13"/>
                    </a:lnTo>
                    <a:lnTo>
                      <a:pt x="1890" y="1461"/>
                    </a:lnTo>
                    <a:cubicBezTo>
                      <a:pt x="1929" y="1501"/>
                      <a:pt x="1949" y="1554"/>
                      <a:pt x="1950" y="1606"/>
                    </a:cubicBez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24"/>
              <p:cNvSpPr/>
              <p:nvPr/>
            </p:nvSpPr>
            <p:spPr>
              <a:xfrm>
                <a:off x="9428400" y="2483280"/>
                <a:ext cx="702000" cy="5454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515" extrusionOk="0">
                    <a:moveTo>
                      <a:pt x="1950" y="1107"/>
                    </a:moveTo>
                    <a:cubicBezTo>
                      <a:pt x="1950" y="1161"/>
                      <a:pt x="1930" y="1214"/>
                      <a:pt x="1889" y="1253"/>
                    </a:cubicBezTo>
                    <a:lnTo>
                      <a:pt x="1747" y="1388"/>
                    </a:lnTo>
                    <a:lnTo>
                      <a:pt x="1671" y="1460"/>
                    </a:lnTo>
                    <a:cubicBezTo>
                      <a:pt x="1591" y="1537"/>
                      <a:pt x="1460" y="1531"/>
                      <a:pt x="1380" y="1447"/>
                    </a:cubicBezTo>
                    <a:lnTo>
                      <a:pt x="0" y="0"/>
                    </a:lnTo>
                    <a:lnTo>
                      <a:pt x="1950" y="110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24"/>
              <p:cNvSpPr/>
              <p:nvPr/>
            </p:nvSpPr>
            <p:spPr>
              <a:xfrm>
                <a:off x="8338680" y="1193040"/>
                <a:ext cx="1150920" cy="1151280"/>
              </a:xfrm>
              <a:custGeom>
                <a:avLst/>
                <a:gdLst/>
                <a:ahLst/>
                <a:cxnLst/>
                <a:rect l="l" t="t" r="r" b="b"/>
                <a:pathLst>
                  <a:path w="3197" h="3198" extrusionOk="0">
                    <a:moveTo>
                      <a:pt x="3197" y="1599"/>
                    </a:moveTo>
                    <a:cubicBezTo>
                      <a:pt x="3197" y="2404"/>
                      <a:pt x="2602" y="3070"/>
                      <a:pt x="1828" y="3181"/>
                    </a:cubicBezTo>
                    <a:cubicBezTo>
                      <a:pt x="1754" y="3192"/>
                      <a:pt x="1677" y="3198"/>
                      <a:pt x="1599" y="3198"/>
                    </a:cubicBezTo>
                    <a:cubicBezTo>
                      <a:pt x="1278" y="3198"/>
                      <a:pt x="979" y="3103"/>
                      <a:pt x="729" y="2940"/>
                    </a:cubicBezTo>
                    <a:cubicBezTo>
                      <a:pt x="622" y="2871"/>
                      <a:pt x="524" y="2789"/>
                      <a:pt x="437" y="2698"/>
                    </a:cubicBezTo>
                    <a:cubicBezTo>
                      <a:pt x="306" y="2558"/>
                      <a:pt x="198" y="2396"/>
                      <a:pt x="124" y="2216"/>
                    </a:cubicBezTo>
                    <a:cubicBezTo>
                      <a:pt x="44" y="2026"/>
                      <a:pt x="0" y="1818"/>
                      <a:pt x="0" y="1599"/>
                    </a:cubicBezTo>
                    <a:cubicBezTo>
                      <a:pt x="0" y="725"/>
                      <a:pt x="702" y="14"/>
                      <a:pt x="1573" y="1"/>
                    </a:cubicBezTo>
                    <a:cubicBezTo>
                      <a:pt x="1581" y="0"/>
                      <a:pt x="1590" y="0"/>
                      <a:pt x="1599" y="0"/>
                    </a:cubicBezTo>
                    <a:cubicBezTo>
                      <a:pt x="1789" y="0"/>
                      <a:pt x="1971" y="34"/>
                      <a:pt x="2140" y="94"/>
                    </a:cubicBezTo>
                    <a:cubicBezTo>
                      <a:pt x="2261" y="138"/>
                      <a:pt x="2374" y="195"/>
                      <a:pt x="2479" y="264"/>
                    </a:cubicBezTo>
                    <a:cubicBezTo>
                      <a:pt x="2798" y="475"/>
                      <a:pt x="3037" y="797"/>
                      <a:pt x="3141" y="1175"/>
                    </a:cubicBezTo>
                    <a:cubicBezTo>
                      <a:pt x="3178" y="1310"/>
                      <a:pt x="3197" y="1452"/>
                      <a:pt x="3197" y="1599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24"/>
              <p:cNvSpPr/>
              <p:nvPr/>
            </p:nvSpPr>
            <p:spPr>
              <a:xfrm>
                <a:off x="8264880" y="1119240"/>
                <a:ext cx="1298880" cy="129852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3607" extrusionOk="0">
                    <a:moveTo>
                      <a:pt x="3152" y="2387"/>
                    </a:moveTo>
                    <a:cubicBezTo>
                      <a:pt x="2830" y="3130"/>
                      <a:pt x="1964" y="3473"/>
                      <a:pt x="1221" y="3152"/>
                    </a:cubicBezTo>
                    <a:cubicBezTo>
                      <a:pt x="478" y="2830"/>
                      <a:pt x="135" y="1964"/>
                      <a:pt x="456" y="1221"/>
                    </a:cubicBezTo>
                    <a:cubicBezTo>
                      <a:pt x="778" y="478"/>
                      <a:pt x="1644" y="135"/>
                      <a:pt x="2387" y="456"/>
                    </a:cubicBezTo>
                    <a:cubicBezTo>
                      <a:pt x="3130" y="778"/>
                      <a:pt x="3473" y="1644"/>
                      <a:pt x="3152" y="2387"/>
                    </a:cubicBezTo>
                    <a:moveTo>
                      <a:pt x="1088" y="3459"/>
                    </a:moveTo>
                    <a:cubicBezTo>
                      <a:pt x="2002" y="3854"/>
                      <a:pt x="3063" y="3434"/>
                      <a:pt x="3459" y="2520"/>
                    </a:cubicBezTo>
                    <a:cubicBezTo>
                      <a:pt x="3854" y="1606"/>
                      <a:pt x="3434" y="544"/>
                      <a:pt x="2520" y="149"/>
                    </a:cubicBezTo>
                    <a:cubicBezTo>
                      <a:pt x="1606" y="-246"/>
                      <a:pt x="544" y="174"/>
                      <a:pt x="149" y="1088"/>
                    </a:cubicBezTo>
                    <a:cubicBezTo>
                      <a:pt x="-247" y="2002"/>
                      <a:pt x="174" y="3064"/>
                      <a:pt x="1088" y="3459"/>
                    </a:cubicBezTo>
                    <a:close/>
                  </a:path>
                </a:pathLst>
              </a:custGeom>
              <a:solidFill>
                <a:srgbClr val="FCB100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5" name="Google Shape;795;p24"/>
            <p:cNvGrpSpPr/>
            <p:nvPr/>
          </p:nvGrpSpPr>
          <p:grpSpPr>
            <a:xfrm rot="-899905">
              <a:off x="299513" y="3421758"/>
              <a:ext cx="795061" cy="1340934"/>
              <a:chOff x="6814440" y="1026720"/>
              <a:chExt cx="1223280" cy="2063160"/>
            </a:xfrm>
          </p:grpSpPr>
          <p:sp>
            <p:nvSpPr>
              <p:cNvPr id="796" name="Google Shape;796;p24"/>
              <p:cNvSpPr/>
              <p:nvPr/>
            </p:nvSpPr>
            <p:spPr>
              <a:xfrm>
                <a:off x="6814440" y="1026720"/>
                <a:ext cx="1223280" cy="1574640"/>
              </a:xfrm>
              <a:custGeom>
                <a:avLst/>
                <a:gdLst/>
                <a:ahLst/>
                <a:cxnLst/>
                <a:rect l="l" t="t" r="r" b="b"/>
                <a:pathLst>
                  <a:path w="3398" h="4374" extrusionOk="0">
                    <a:moveTo>
                      <a:pt x="3398" y="1699"/>
                    </a:moveTo>
                    <a:cubicBezTo>
                      <a:pt x="3398" y="761"/>
                      <a:pt x="2638" y="0"/>
                      <a:pt x="1699" y="0"/>
                    </a:cubicBezTo>
                    <a:cubicBezTo>
                      <a:pt x="761" y="0"/>
                      <a:pt x="0" y="761"/>
                      <a:pt x="0" y="1699"/>
                    </a:cubicBezTo>
                    <a:cubicBezTo>
                      <a:pt x="0" y="2031"/>
                      <a:pt x="95" y="2339"/>
                      <a:pt x="259" y="2600"/>
                    </a:cubicBezTo>
                    <a:lnTo>
                      <a:pt x="258" y="2601"/>
                    </a:lnTo>
                    <a:cubicBezTo>
                      <a:pt x="258" y="2601"/>
                      <a:pt x="267" y="2613"/>
                      <a:pt x="281" y="2635"/>
                    </a:cubicBezTo>
                    <a:cubicBezTo>
                      <a:pt x="286" y="2642"/>
                      <a:pt x="291" y="2650"/>
                      <a:pt x="295" y="2657"/>
                    </a:cubicBezTo>
                    <a:cubicBezTo>
                      <a:pt x="436" y="2870"/>
                      <a:pt x="927" y="3665"/>
                      <a:pt x="927" y="4374"/>
                    </a:cubicBezTo>
                    <a:lnTo>
                      <a:pt x="1467" y="4374"/>
                    </a:lnTo>
                    <a:lnTo>
                      <a:pt x="2034" y="4374"/>
                    </a:lnTo>
                    <a:lnTo>
                      <a:pt x="2473" y="4374"/>
                    </a:lnTo>
                    <a:cubicBezTo>
                      <a:pt x="2473" y="3547"/>
                      <a:pt x="3142" y="2601"/>
                      <a:pt x="3142" y="2601"/>
                    </a:cubicBezTo>
                    <a:lnTo>
                      <a:pt x="3140" y="2600"/>
                    </a:lnTo>
                    <a:cubicBezTo>
                      <a:pt x="3304" y="2339"/>
                      <a:pt x="3398" y="2030"/>
                      <a:pt x="3398" y="1699"/>
                    </a:cubicBezTo>
                    <a:close/>
                  </a:path>
                </a:pathLst>
              </a:custGeom>
              <a:solidFill>
                <a:srgbClr val="FCB100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24"/>
              <p:cNvSpPr/>
              <p:nvPr/>
            </p:nvSpPr>
            <p:spPr>
              <a:xfrm>
                <a:off x="7145280" y="2540880"/>
                <a:ext cx="576720" cy="412560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1146" extrusionOk="0">
                    <a:moveTo>
                      <a:pt x="935" y="0"/>
                    </a:moveTo>
                    <a:lnTo>
                      <a:pt x="667" y="0"/>
                    </a:lnTo>
                    <a:lnTo>
                      <a:pt x="0" y="0"/>
                    </a:lnTo>
                    <a:lnTo>
                      <a:pt x="0" y="794"/>
                    </a:lnTo>
                    <a:lnTo>
                      <a:pt x="427" y="1146"/>
                    </a:lnTo>
                    <a:lnTo>
                      <a:pt x="667" y="1146"/>
                    </a:lnTo>
                    <a:lnTo>
                      <a:pt x="935" y="1146"/>
                    </a:lnTo>
                    <a:lnTo>
                      <a:pt x="1176" y="1146"/>
                    </a:lnTo>
                    <a:lnTo>
                      <a:pt x="1602" y="794"/>
                    </a:lnTo>
                    <a:lnTo>
                      <a:pt x="1602" y="0"/>
                    </a:lnTo>
                    <a:lnTo>
                      <a:pt x="935" y="0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24"/>
              <p:cNvSpPr/>
              <p:nvPr/>
            </p:nvSpPr>
            <p:spPr>
              <a:xfrm>
                <a:off x="7115040" y="1859400"/>
                <a:ext cx="583200" cy="661320"/>
              </a:xfrm>
              <a:custGeom>
                <a:avLst/>
                <a:gdLst/>
                <a:ahLst/>
                <a:cxnLst/>
                <a:rect l="l" t="t" r="r" b="b"/>
                <a:pathLst>
                  <a:path w="1620" h="1837" extrusionOk="0">
                    <a:moveTo>
                      <a:pt x="1068" y="53"/>
                    </a:moveTo>
                    <a:cubicBezTo>
                      <a:pt x="1066" y="53"/>
                      <a:pt x="1065" y="53"/>
                      <a:pt x="1063" y="53"/>
                    </a:cubicBezTo>
                    <a:cubicBezTo>
                      <a:pt x="1003" y="54"/>
                      <a:pt x="964" y="76"/>
                      <a:pt x="953" y="114"/>
                    </a:cubicBezTo>
                    <a:cubicBezTo>
                      <a:pt x="936" y="173"/>
                      <a:pt x="983" y="255"/>
                      <a:pt x="1062" y="305"/>
                    </a:cubicBezTo>
                    <a:cubicBezTo>
                      <a:pt x="1083" y="319"/>
                      <a:pt x="1104" y="329"/>
                      <a:pt x="1125" y="336"/>
                    </a:cubicBezTo>
                    <a:cubicBezTo>
                      <a:pt x="1164" y="258"/>
                      <a:pt x="1180" y="177"/>
                      <a:pt x="1165" y="122"/>
                    </a:cubicBezTo>
                    <a:cubicBezTo>
                      <a:pt x="1153" y="76"/>
                      <a:pt x="1120" y="53"/>
                      <a:pt x="1068" y="53"/>
                    </a:cubicBezTo>
                    <a:moveTo>
                      <a:pt x="584" y="37"/>
                    </a:moveTo>
                    <a:cubicBezTo>
                      <a:pt x="546" y="37"/>
                      <a:pt x="506" y="55"/>
                      <a:pt x="481" y="86"/>
                    </a:cubicBezTo>
                    <a:cubicBezTo>
                      <a:pt x="432" y="148"/>
                      <a:pt x="446" y="245"/>
                      <a:pt x="518" y="356"/>
                    </a:cubicBezTo>
                    <a:cubicBezTo>
                      <a:pt x="584" y="336"/>
                      <a:pt x="634" y="286"/>
                      <a:pt x="667" y="207"/>
                    </a:cubicBezTo>
                    <a:cubicBezTo>
                      <a:pt x="695" y="134"/>
                      <a:pt x="684" y="77"/>
                      <a:pt x="638" y="50"/>
                    </a:cubicBezTo>
                    <a:cubicBezTo>
                      <a:pt x="622" y="41"/>
                      <a:pt x="603" y="37"/>
                      <a:pt x="584" y="37"/>
                    </a:cubicBezTo>
                    <a:moveTo>
                      <a:pt x="449" y="1837"/>
                    </a:moveTo>
                    <a:lnTo>
                      <a:pt x="0" y="165"/>
                    </a:lnTo>
                    <a:lnTo>
                      <a:pt x="43" y="199"/>
                    </a:lnTo>
                    <a:cubicBezTo>
                      <a:pt x="46" y="201"/>
                      <a:pt x="287" y="388"/>
                      <a:pt x="479" y="364"/>
                    </a:cubicBezTo>
                    <a:cubicBezTo>
                      <a:pt x="375" y="198"/>
                      <a:pt x="422" y="101"/>
                      <a:pt x="452" y="63"/>
                    </a:cubicBezTo>
                    <a:cubicBezTo>
                      <a:pt x="500" y="2"/>
                      <a:pt x="592" y="-18"/>
                      <a:pt x="656" y="18"/>
                    </a:cubicBezTo>
                    <a:cubicBezTo>
                      <a:pt x="719" y="54"/>
                      <a:pt x="736" y="129"/>
                      <a:pt x="702" y="220"/>
                    </a:cubicBezTo>
                    <a:cubicBezTo>
                      <a:pt x="666" y="306"/>
                      <a:pt x="611" y="362"/>
                      <a:pt x="540" y="388"/>
                    </a:cubicBezTo>
                    <a:cubicBezTo>
                      <a:pt x="560" y="415"/>
                      <a:pt x="583" y="443"/>
                      <a:pt x="609" y="472"/>
                    </a:cubicBezTo>
                    <a:cubicBezTo>
                      <a:pt x="738" y="611"/>
                      <a:pt x="859" y="588"/>
                      <a:pt x="938" y="544"/>
                    </a:cubicBezTo>
                    <a:cubicBezTo>
                      <a:pt x="1008" y="505"/>
                      <a:pt x="1067" y="439"/>
                      <a:pt x="1108" y="368"/>
                    </a:cubicBezTo>
                    <a:cubicBezTo>
                      <a:pt x="1078" y="358"/>
                      <a:pt x="1056" y="345"/>
                      <a:pt x="1042" y="336"/>
                    </a:cubicBezTo>
                    <a:cubicBezTo>
                      <a:pt x="948" y="277"/>
                      <a:pt x="896" y="180"/>
                      <a:pt x="917" y="104"/>
                    </a:cubicBezTo>
                    <a:cubicBezTo>
                      <a:pt x="933" y="49"/>
                      <a:pt x="986" y="17"/>
                      <a:pt x="1063" y="16"/>
                    </a:cubicBezTo>
                    <a:cubicBezTo>
                      <a:pt x="1134" y="14"/>
                      <a:pt x="1183" y="49"/>
                      <a:pt x="1201" y="112"/>
                    </a:cubicBezTo>
                    <a:cubicBezTo>
                      <a:pt x="1217" y="174"/>
                      <a:pt x="1202" y="262"/>
                      <a:pt x="1161" y="347"/>
                    </a:cubicBezTo>
                    <a:cubicBezTo>
                      <a:pt x="1344" y="388"/>
                      <a:pt x="1522" y="250"/>
                      <a:pt x="1579" y="200"/>
                    </a:cubicBezTo>
                    <a:lnTo>
                      <a:pt x="1620" y="164"/>
                    </a:lnTo>
                    <a:lnTo>
                      <a:pt x="1286" y="1835"/>
                    </a:lnTo>
                    <a:lnTo>
                      <a:pt x="1250" y="1828"/>
                    </a:lnTo>
                    <a:lnTo>
                      <a:pt x="1563" y="261"/>
                    </a:lnTo>
                    <a:cubicBezTo>
                      <a:pt x="1387" y="398"/>
                      <a:pt x="1240" y="403"/>
                      <a:pt x="1145" y="379"/>
                    </a:cubicBezTo>
                    <a:cubicBezTo>
                      <a:pt x="1100" y="459"/>
                      <a:pt x="1035" y="533"/>
                      <a:pt x="956" y="577"/>
                    </a:cubicBezTo>
                    <a:cubicBezTo>
                      <a:pt x="828" y="648"/>
                      <a:pt x="695" y="619"/>
                      <a:pt x="582" y="497"/>
                    </a:cubicBezTo>
                    <a:cubicBezTo>
                      <a:pt x="550" y="462"/>
                      <a:pt x="523" y="429"/>
                      <a:pt x="501" y="398"/>
                    </a:cubicBezTo>
                    <a:cubicBezTo>
                      <a:pt x="339" y="429"/>
                      <a:pt x="147" y="316"/>
                      <a:pt x="63" y="259"/>
                    </a:cubicBezTo>
                    <a:lnTo>
                      <a:pt x="485" y="1827"/>
                    </a:lnTo>
                    <a:lnTo>
                      <a:pt x="449" y="1837"/>
                    </a:lnTo>
                    <a:close/>
                  </a:path>
                </a:pathLst>
              </a:custGeom>
              <a:solidFill>
                <a:srgbClr val="3E282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24"/>
              <p:cNvSpPr/>
              <p:nvPr/>
            </p:nvSpPr>
            <p:spPr>
              <a:xfrm>
                <a:off x="7079040" y="2500560"/>
                <a:ext cx="709560" cy="73800"/>
              </a:xfrm>
              <a:custGeom>
                <a:avLst/>
                <a:gdLst/>
                <a:ahLst/>
                <a:cxnLst/>
                <a:rect l="l" t="t" r="r" b="b"/>
                <a:pathLst>
                  <a:path w="1971" h="205" extrusionOk="0">
                    <a:moveTo>
                      <a:pt x="1861" y="0"/>
                    </a:moveTo>
                    <a:lnTo>
                      <a:pt x="110" y="0"/>
                    </a:lnTo>
                    <a:cubicBezTo>
                      <a:pt x="49" y="0"/>
                      <a:pt x="0" y="46"/>
                      <a:pt x="0" y="102"/>
                    </a:cubicBezTo>
                    <a:cubicBezTo>
                      <a:pt x="0" y="159"/>
                      <a:pt x="49" y="205"/>
                      <a:pt x="110" y="205"/>
                    </a:cubicBezTo>
                    <a:lnTo>
                      <a:pt x="1861" y="205"/>
                    </a:lnTo>
                    <a:cubicBezTo>
                      <a:pt x="1922" y="205"/>
                      <a:pt x="1971" y="159"/>
                      <a:pt x="1971" y="102"/>
                    </a:cubicBezTo>
                    <a:cubicBezTo>
                      <a:pt x="1971" y="46"/>
                      <a:pt x="1922" y="0"/>
                      <a:pt x="1861" y="0"/>
                    </a:cubicBez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28800" rIns="90000" bIns="288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24"/>
              <p:cNvSpPr/>
              <p:nvPr/>
            </p:nvSpPr>
            <p:spPr>
              <a:xfrm>
                <a:off x="7079040" y="2613600"/>
                <a:ext cx="70956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971" h="204" extrusionOk="0">
                    <a:moveTo>
                      <a:pt x="1861" y="0"/>
                    </a:moveTo>
                    <a:lnTo>
                      <a:pt x="110" y="0"/>
                    </a:lnTo>
                    <a:cubicBezTo>
                      <a:pt x="49" y="0"/>
                      <a:pt x="0" y="46"/>
                      <a:pt x="0" y="102"/>
                    </a:cubicBezTo>
                    <a:cubicBezTo>
                      <a:pt x="0" y="159"/>
                      <a:pt x="49" y="204"/>
                      <a:pt x="110" y="204"/>
                    </a:cubicBezTo>
                    <a:lnTo>
                      <a:pt x="1861" y="204"/>
                    </a:lnTo>
                    <a:cubicBezTo>
                      <a:pt x="1922" y="204"/>
                      <a:pt x="1971" y="159"/>
                      <a:pt x="1971" y="102"/>
                    </a:cubicBezTo>
                    <a:cubicBezTo>
                      <a:pt x="1971" y="46"/>
                      <a:pt x="1922" y="0"/>
                      <a:pt x="1861" y="0"/>
                    </a:cubicBez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28425" rIns="90000" bIns="28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1" name="Google Shape;801;p24"/>
              <p:cNvSpPr/>
              <p:nvPr/>
            </p:nvSpPr>
            <p:spPr>
              <a:xfrm>
                <a:off x="7079040" y="2726640"/>
                <a:ext cx="70956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971" h="204" extrusionOk="0">
                    <a:moveTo>
                      <a:pt x="1861" y="0"/>
                    </a:moveTo>
                    <a:lnTo>
                      <a:pt x="110" y="0"/>
                    </a:lnTo>
                    <a:cubicBezTo>
                      <a:pt x="49" y="0"/>
                      <a:pt x="0" y="45"/>
                      <a:pt x="0" y="102"/>
                    </a:cubicBezTo>
                    <a:cubicBezTo>
                      <a:pt x="0" y="158"/>
                      <a:pt x="49" y="204"/>
                      <a:pt x="110" y="204"/>
                    </a:cubicBezTo>
                    <a:lnTo>
                      <a:pt x="1861" y="204"/>
                    </a:lnTo>
                    <a:cubicBezTo>
                      <a:pt x="1922" y="204"/>
                      <a:pt x="1971" y="158"/>
                      <a:pt x="1971" y="102"/>
                    </a:cubicBezTo>
                    <a:cubicBezTo>
                      <a:pt x="1971" y="45"/>
                      <a:pt x="1922" y="0"/>
                      <a:pt x="1861" y="0"/>
                    </a:cubicBez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28425" rIns="90000" bIns="28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2" name="Google Shape;802;p24"/>
              <p:cNvSpPr/>
              <p:nvPr/>
            </p:nvSpPr>
            <p:spPr>
              <a:xfrm>
                <a:off x="7299000" y="2953440"/>
                <a:ext cx="269280" cy="136440"/>
              </a:xfrm>
              <a:custGeom>
                <a:avLst/>
                <a:gdLst/>
                <a:ahLst/>
                <a:cxnLst/>
                <a:rect l="l" t="t" r="r" b="b"/>
                <a:pathLst>
                  <a:path w="748" h="379" extrusionOk="0">
                    <a:moveTo>
                      <a:pt x="0" y="0"/>
                    </a:moveTo>
                    <a:lnTo>
                      <a:pt x="0" y="5"/>
                    </a:lnTo>
                    <a:cubicBezTo>
                      <a:pt x="0" y="211"/>
                      <a:pt x="168" y="379"/>
                      <a:pt x="374" y="379"/>
                    </a:cubicBezTo>
                    <a:cubicBezTo>
                      <a:pt x="581" y="379"/>
                      <a:pt x="748" y="211"/>
                      <a:pt x="748" y="5"/>
                    </a:cubicBezTo>
                    <a:lnTo>
                      <a:pt x="74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3" name="Google Shape;803;p24"/>
            <p:cNvGrpSpPr/>
            <p:nvPr/>
          </p:nvGrpSpPr>
          <p:grpSpPr>
            <a:xfrm>
              <a:off x="3704573" y="-233231"/>
              <a:ext cx="1408745" cy="850581"/>
              <a:chOff x="3704573" y="-233231"/>
              <a:chExt cx="1408745" cy="850581"/>
            </a:xfrm>
          </p:grpSpPr>
          <p:sp>
            <p:nvSpPr>
              <p:cNvPr id="804" name="Google Shape;804;p24"/>
              <p:cNvSpPr/>
              <p:nvPr/>
            </p:nvSpPr>
            <p:spPr>
              <a:xfrm>
                <a:off x="3704573" y="-233231"/>
                <a:ext cx="834349" cy="826230"/>
              </a:xfrm>
              <a:custGeom>
                <a:avLst/>
                <a:gdLst/>
                <a:ahLst/>
                <a:cxnLst/>
                <a:rect l="l" t="t" r="r" b="b"/>
                <a:pathLst>
                  <a:path w="4515" h="4471" extrusionOk="0">
                    <a:moveTo>
                      <a:pt x="1821" y="3126"/>
                    </a:moveTo>
                    <a:cubicBezTo>
                      <a:pt x="1330" y="2885"/>
                      <a:pt x="1126" y="2290"/>
                      <a:pt x="1367" y="1799"/>
                    </a:cubicBezTo>
                    <a:cubicBezTo>
                      <a:pt x="1608" y="1308"/>
                      <a:pt x="2204" y="1105"/>
                      <a:pt x="2695" y="1345"/>
                    </a:cubicBezTo>
                    <a:cubicBezTo>
                      <a:pt x="3186" y="1587"/>
                      <a:pt x="3389" y="2182"/>
                      <a:pt x="3148" y="2673"/>
                    </a:cubicBezTo>
                    <a:cubicBezTo>
                      <a:pt x="2907" y="3164"/>
                      <a:pt x="2312" y="3367"/>
                      <a:pt x="1821" y="3126"/>
                    </a:cubicBezTo>
                    <a:moveTo>
                      <a:pt x="3878" y="3808"/>
                    </a:moveTo>
                    <a:cubicBezTo>
                      <a:pt x="4043" y="3638"/>
                      <a:pt x="4179" y="3444"/>
                      <a:pt x="4284" y="3230"/>
                    </a:cubicBezTo>
                    <a:lnTo>
                      <a:pt x="4287" y="3225"/>
                    </a:lnTo>
                    <a:lnTo>
                      <a:pt x="3946" y="3058"/>
                    </a:lnTo>
                    <a:cubicBezTo>
                      <a:pt x="4035" y="2876"/>
                      <a:pt x="4091" y="2687"/>
                      <a:pt x="4118" y="2496"/>
                    </a:cubicBezTo>
                    <a:lnTo>
                      <a:pt x="4494" y="2549"/>
                    </a:lnTo>
                    <a:cubicBezTo>
                      <a:pt x="4526" y="2315"/>
                      <a:pt x="4522" y="2077"/>
                      <a:pt x="4481" y="1843"/>
                    </a:cubicBezTo>
                    <a:lnTo>
                      <a:pt x="4106" y="1909"/>
                    </a:lnTo>
                    <a:cubicBezTo>
                      <a:pt x="4072" y="1716"/>
                      <a:pt x="4007" y="1528"/>
                      <a:pt x="3915" y="1354"/>
                    </a:cubicBezTo>
                    <a:lnTo>
                      <a:pt x="4251" y="1176"/>
                    </a:lnTo>
                    <a:cubicBezTo>
                      <a:pt x="4139" y="966"/>
                      <a:pt x="3996" y="776"/>
                      <a:pt x="3826" y="612"/>
                    </a:cubicBezTo>
                    <a:lnTo>
                      <a:pt x="3562" y="885"/>
                    </a:lnTo>
                    <a:cubicBezTo>
                      <a:pt x="3425" y="752"/>
                      <a:pt x="3266" y="638"/>
                      <a:pt x="3085" y="550"/>
                    </a:cubicBezTo>
                    <a:cubicBezTo>
                      <a:pt x="3084" y="549"/>
                      <a:pt x="3083" y="549"/>
                      <a:pt x="3081" y="548"/>
                    </a:cubicBezTo>
                    <a:lnTo>
                      <a:pt x="3248" y="207"/>
                    </a:lnTo>
                    <a:cubicBezTo>
                      <a:pt x="3034" y="103"/>
                      <a:pt x="2807" y="33"/>
                      <a:pt x="2573" y="0"/>
                    </a:cubicBezTo>
                    <a:lnTo>
                      <a:pt x="2520" y="376"/>
                    </a:lnTo>
                    <a:cubicBezTo>
                      <a:pt x="2323" y="349"/>
                      <a:pt x="2125" y="353"/>
                      <a:pt x="1933" y="387"/>
                    </a:cubicBezTo>
                    <a:lnTo>
                      <a:pt x="1867" y="13"/>
                    </a:lnTo>
                    <a:cubicBezTo>
                      <a:pt x="1633" y="54"/>
                      <a:pt x="1409" y="131"/>
                      <a:pt x="1200" y="242"/>
                    </a:cubicBezTo>
                    <a:lnTo>
                      <a:pt x="1378" y="578"/>
                    </a:lnTo>
                    <a:cubicBezTo>
                      <a:pt x="1205" y="669"/>
                      <a:pt x="1046" y="787"/>
                      <a:pt x="908" y="930"/>
                    </a:cubicBezTo>
                    <a:lnTo>
                      <a:pt x="635" y="666"/>
                    </a:lnTo>
                    <a:cubicBezTo>
                      <a:pt x="472" y="835"/>
                      <a:pt x="336" y="1029"/>
                      <a:pt x="232" y="1241"/>
                    </a:cubicBezTo>
                    <a:lnTo>
                      <a:pt x="230" y="1244"/>
                    </a:lnTo>
                    <a:lnTo>
                      <a:pt x="571" y="1409"/>
                    </a:lnTo>
                    <a:cubicBezTo>
                      <a:pt x="482" y="1592"/>
                      <a:pt x="425" y="1782"/>
                      <a:pt x="398" y="1972"/>
                    </a:cubicBezTo>
                    <a:lnTo>
                      <a:pt x="23" y="1919"/>
                    </a:lnTo>
                    <a:cubicBezTo>
                      <a:pt x="-11" y="2153"/>
                      <a:pt x="-7" y="2391"/>
                      <a:pt x="35" y="2625"/>
                    </a:cubicBezTo>
                    <a:lnTo>
                      <a:pt x="409" y="2559"/>
                    </a:lnTo>
                    <a:cubicBezTo>
                      <a:pt x="443" y="2753"/>
                      <a:pt x="507" y="2941"/>
                      <a:pt x="599" y="3115"/>
                    </a:cubicBezTo>
                    <a:lnTo>
                      <a:pt x="263" y="3293"/>
                    </a:lnTo>
                    <a:cubicBezTo>
                      <a:pt x="374" y="3503"/>
                      <a:pt x="517" y="3693"/>
                      <a:pt x="687" y="3857"/>
                    </a:cubicBezTo>
                    <a:lnTo>
                      <a:pt x="951" y="3585"/>
                    </a:lnTo>
                    <a:cubicBezTo>
                      <a:pt x="1089" y="3718"/>
                      <a:pt x="1249" y="3833"/>
                      <a:pt x="1430" y="3922"/>
                    </a:cubicBezTo>
                    <a:cubicBezTo>
                      <a:pt x="1431" y="3922"/>
                      <a:pt x="1431" y="3922"/>
                      <a:pt x="1432" y="3923"/>
                    </a:cubicBezTo>
                    <a:lnTo>
                      <a:pt x="1265" y="4263"/>
                    </a:lnTo>
                    <a:cubicBezTo>
                      <a:pt x="1479" y="4367"/>
                      <a:pt x="1705" y="4438"/>
                      <a:pt x="1939" y="4471"/>
                    </a:cubicBezTo>
                    <a:lnTo>
                      <a:pt x="1993" y="4095"/>
                    </a:lnTo>
                    <a:cubicBezTo>
                      <a:pt x="2190" y="4123"/>
                      <a:pt x="2388" y="4119"/>
                      <a:pt x="2580" y="4085"/>
                    </a:cubicBezTo>
                    <a:lnTo>
                      <a:pt x="2645" y="4460"/>
                    </a:lnTo>
                    <a:cubicBezTo>
                      <a:pt x="2879" y="4419"/>
                      <a:pt x="3103" y="4342"/>
                      <a:pt x="3313" y="4231"/>
                    </a:cubicBezTo>
                    <a:lnTo>
                      <a:pt x="3135" y="3895"/>
                    </a:lnTo>
                    <a:cubicBezTo>
                      <a:pt x="3308" y="3804"/>
                      <a:pt x="3467" y="3686"/>
                      <a:pt x="3606" y="3544"/>
                    </a:cubicBezTo>
                    <a:lnTo>
                      <a:pt x="3878" y="3808"/>
                    </a:ln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5" name="Google Shape;805;p24"/>
              <p:cNvSpPr/>
              <p:nvPr/>
            </p:nvSpPr>
            <p:spPr>
              <a:xfrm>
                <a:off x="4648285" y="156849"/>
                <a:ext cx="465034" cy="460502"/>
              </a:xfrm>
              <a:custGeom>
                <a:avLst/>
                <a:gdLst/>
                <a:ahLst/>
                <a:cxnLst/>
                <a:rect l="l" t="t" r="r" b="b"/>
                <a:pathLst>
                  <a:path w="4515" h="4471" extrusionOk="0">
                    <a:moveTo>
                      <a:pt x="1821" y="3126"/>
                    </a:moveTo>
                    <a:cubicBezTo>
                      <a:pt x="1330" y="2885"/>
                      <a:pt x="1126" y="2290"/>
                      <a:pt x="1367" y="1799"/>
                    </a:cubicBezTo>
                    <a:cubicBezTo>
                      <a:pt x="1608" y="1308"/>
                      <a:pt x="2204" y="1105"/>
                      <a:pt x="2695" y="1345"/>
                    </a:cubicBezTo>
                    <a:cubicBezTo>
                      <a:pt x="3186" y="1587"/>
                      <a:pt x="3389" y="2182"/>
                      <a:pt x="3148" y="2673"/>
                    </a:cubicBezTo>
                    <a:cubicBezTo>
                      <a:pt x="2907" y="3164"/>
                      <a:pt x="2312" y="3367"/>
                      <a:pt x="1821" y="3126"/>
                    </a:cubicBezTo>
                    <a:moveTo>
                      <a:pt x="3878" y="3808"/>
                    </a:moveTo>
                    <a:cubicBezTo>
                      <a:pt x="4043" y="3638"/>
                      <a:pt x="4179" y="3444"/>
                      <a:pt x="4284" y="3230"/>
                    </a:cubicBezTo>
                    <a:lnTo>
                      <a:pt x="4287" y="3225"/>
                    </a:lnTo>
                    <a:lnTo>
                      <a:pt x="3946" y="3058"/>
                    </a:lnTo>
                    <a:cubicBezTo>
                      <a:pt x="4035" y="2876"/>
                      <a:pt x="4091" y="2687"/>
                      <a:pt x="4118" y="2496"/>
                    </a:cubicBezTo>
                    <a:lnTo>
                      <a:pt x="4494" y="2549"/>
                    </a:lnTo>
                    <a:cubicBezTo>
                      <a:pt x="4526" y="2315"/>
                      <a:pt x="4522" y="2077"/>
                      <a:pt x="4481" y="1843"/>
                    </a:cubicBezTo>
                    <a:lnTo>
                      <a:pt x="4106" y="1909"/>
                    </a:lnTo>
                    <a:cubicBezTo>
                      <a:pt x="4072" y="1716"/>
                      <a:pt x="4007" y="1528"/>
                      <a:pt x="3915" y="1354"/>
                    </a:cubicBezTo>
                    <a:lnTo>
                      <a:pt x="4251" y="1176"/>
                    </a:lnTo>
                    <a:cubicBezTo>
                      <a:pt x="4139" y="966"/>
                      <a:pt x="3996" y="776"/>
                      <a:pt x="3826" y="612"/>
                    </a:cubicBezTo>
                    <a:lnTo>
                      <a:pt x="3562" y="885"/>
                    </a:lnTo>
                    <a:cubicBezTo>
                      <a:pt x="3425" y="752"/>
                      <a:pt x="3266" y="638"/>
                      <a:pt x="3085" y="550"/>
                    </a:cubicBezTo>
                    <a:cubicBezTo>
                      <a:pt x="3084" y="549"/>
                      <a:pt x="3083" y="549"/>
                      <a:pt x="3081" y="548"/>
                    </a:cubicBezTo>
                    <a:lnTo>
                      <a:pt x="3248" y="207"/>
                    </a:lnTo>
                    <a:cubicBezTo>
                      <a:pt x="3034" y="103"/>
                      <a:pt x="2807" y="33"/>
                      <a:pt x="2573" y="0"/>
                    </a:cubicBezTo>
                    <a:lnTo>
                      <a:pt x="2520" y="376"/>
                    </a:lnTo>
                    <a:cubicBezTo>
                      <a:pt x="2323" y="349"/>
                      <a:pt x="2125" y="353"/>
                      <a:pt x="1933" y="387"/>
                    </a:cubicBezTo>
                    <a:lnTo>
                      <a:pt x="1867" y="13"/>
                    </a:lnTo>
                    <a:cubicBezTo>
                      <a:pt x="1633" y="54"/>
                      <a:pt x="1409" y="131"/>
                      <a:pt x="1200" y="242"/>
                    </a:cubicBezTo>
                    <a:lnTo>
                      <a:pt x="1378" y="578"/>
                    </a:lnTo>
                    <a:cubicBezTo>
                      <a:pt x="1205" y="669"/>
                      <a:pt x="1046" y="787"/>
                      <a:pt x="908" y="930"/>
                    </a:cubicBezTo>
                    <a:lnTo>
                      <a:pt x="635" y="666"/>
                    </a:lnTo>
                    <a:cubicBezTo>
                      <a:pt x="472" y="835"/>
                      <a:pt x="336" y="1029"/>
                      <a:pt x="232" y="1241"/>
                    </a:cubicBezTo>
                    <a:lnTo>
                      <a:pt x="230" y="1244"/>
                    </a:lnTo>
                    <a:lnTo>
                      <a:pt x="571" y="1409"/>
                    </a:lnTo>
                    <a:cubicBezTo>
                      <a:pt x="482" y="1592"/>
                      <a:pt x="425" y="1782"/>
                      <a:pt x="398" y="1972"/>
                    </a:cubicBezTo>
                    <a:lnTo>
                      <a:pt x="23" y="1919"/>
                    </a:lnTo>
                    <a:cubicBezTo>
                      <a:pt x="-11" y="2153"/>
                      <a:pt x="-7" y="2391"/>
                      <a:pt x="35" y="2625"/>
                    </a:cubicBezTo>
                    <a:lnTo>
                      <a:pt x="409" y="2559"/>
                    </a:lnTo>
                    <a:cubicBezTo>
                      <a:pt x="443" y="2753"/>
                      <a:pt x="507" y="2941"/>
                      <a:pt x="599" y="3115"/>
                    </a:cubicBezTo>
                    <a:lnTo>
                      <a:pt x="263" y="3293"/>
                    </a:lnTo>
                    <a:cubicBezTo>
                      <a:pt x="374" y="3503"/>
                      <a:pt x="517" y="3693"/>
                      <a:pt x="687" y="3857"/>
                    </a:cubicBezTo>
                    <a:lnTo>
                      <a:pt x="951" y="3585"/>
                    </a:lnTo>
                    <a:cubicBezTo>
                      <a:pt x="1089" y="3718"/>
                      <a:pt x="1249" y="3833"/>
                      <a:pt x="1430" y="3922"/>
                    </a:cubicBezTo>
                    <a:cubicBezTo>
                      <a:pt x="1431" y="3922"/>
                      <a:pt x="1431" y="3922"/>
                      <a:pt x="1432" y="3923"/>
                    </a:cubicBezTo>
                    <a:lnTo>
                      <a:pt x="1265" y="4263"/>
                    </a:lnTo>
                    <a:cubicBezTo>
                      <a:pt x="1479" y="4367"/>
                      <a:pt x="1705" y="4438"/>
                      <a:pt x="1939" y="4471"/>
                    </a:cubicBezTo>
                    <a:lnTo>
                      <a:pt x="1993" y="4095"/>
                    </a:lnTo>
                    <a:cubicBezTo>
                      <a:pt x="2190" y="4123"/>
                      <a:pt x="2388" y="4119"/>
                      <a:pt x="2580" y="4085"/>
                    </a:cubicBezTo>
                    <a:lnTo>
                      <a:pt x="2645" y="4460"/>
                    </a:lnTo>
                    <a:cubicBezTo>
                      <a:pt x="2879" y="4419"/>
                      <a:pt x="3103" y="4342"/>
                      <a:pt x="3313" y="4231"/>
                    </a:cubicBezTo>
                    <a:lnTo>
                      <a:pt x="3135" y="3895"/>
                    </a:lnTo>
                    <a:cubicBezTo>
                      <a:pt x="3308" y="3804"/>
                      <a:pt x="3467" y="3686"/>
                      <a:pt x="3606" y="3544"/>
                    </a:cubicBezTo>
                    <a:lnTo>
                      <a:pt x="3878" y="3808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7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Введение</a:t>
            </a:r>
            <a:endParaRPr dirty="0"/>
          </a:p>
        </p:txBody>
      </p:sp>
      <p:grpSp>
        <p:nvGrpSpPr>
          <p:cNvPr id="841" name="Google Shape;841;p27"/>
          <p:cNvGrpSpPr/>
          <p:nvPr/>
        </p:nvGrpSpPr>
        <p:grpSpPr>
          <a:xfrm>
            <a:off x="247978" y="902744"/>
            <a:ext cx="9024608" cy="1013340"/>
            <a:chOff x="247978" y="902744"/>
            <a:chExt cx="9024608" cy="1013340"/>
          </a:xfrm>
        </p:grpSpPr>
        <p:grpSp>
          <p:nvGrpSpPr>
            <p:cNvPr id="842" name="Google Shape;842;p27"/>
            <p:cNvGrpSpPr/>
            <p:nvPr/>
          </p:nvGrpSpPr>
          <p:grpSpPr>
            <a:xfrm>
              <a:off x="8282554" y="902744"/>
              <a:ext cx="990031" cy="1013340"/>
              <a:chOff x="8264880" y="1119240"/>
              <a:chExt cx="1865520" cy="1909440"/>
            </a:xfrm>
          </p:grpSpPr>
          <p:sp>
            <p:nvSpPr>
              <p:cNvPr id="843" name="Google Shape;843;p27"/>
              <p:cNvSpPr/>
              <p:nvPr/>
            </p:nvSpPr>
            <p:spPr>
              <a:xfrm>
                <a:off x="9336240" y="2202840"/>
                <a:ext cx="190080" cy="19908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53" extrusionOk="0">
                    <a:moveTo>
                      <a:pt x="0" y="0"/>
                    </a:moveTo>
                    <a:lnTo>
                      <a:pt x="528" y="5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27"/>
              <p:cNvSpPr/>
              <p:nvPr/>
            </p:nvSpPr>
            <p:spPr>
              <a:xfrm>
                <a:off x="9298800" y="2167200"/>
                <a:ext cx="264960" cy="27036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751" extrusionOk="0">
                    <a:moveTo>
                      <a:pt x="527" y="751"/>
                    </a:moveTo>
                    <a:lnTo>
                      <a:pt x="736" y="553"/>
                    </a:lnTo>
                    <a:lnTo>
                      <a:pt x="208" y="0"/>
                    </a:lnTo>
                    <a:lnTo>
                      <a:pt x="0" y="198"/>
                    </a:lnTo>
                    <a:lnTo>
                      <a:pt x="527" y="751"/>
                    </a:ln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27"/>
              <p:cNvSpPr/>
              <p:nvPr/>
            </p:nvSpPr>
            <p:spPr>
              <a:xfrm>
                <a:off x="9428400" y="2303640"/>
                <a:ext cx="702000" cy="72504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2014" extrusionOk="0">
                    <a:moveTo>
                      <a:pt x="1950" y="1606"/>
                    </a:moveTo>
                    <a:cubicBezTo>
                      <a:pt x="1950" y="1660"/>
                      <a:pt x="1930" y="1713"/>
                      <a:pt x="1889" y="1752"/>
                    </a:cubicBezTo>
                    <a:lnTo>
                      <a:pt x="1747" y="1887"/>
                    </a:lnTo>
                    <a:lnTo>
                      <a:pt x="1671" y="1959"/>
                    </a:lnTo>
                    <a:cubicBezTo>
                      <a:pt x="1591" y="2036"/>
                      <a:pt x="1460" y="2030"/>
                      <a:pt x="1380" y="1946"/>
                    </a:cubicBezTo>
                    <a:lnTo>
                      <a:pt x="0" y="499"/>
                    </a:lnTo>
                    <a:lnTo>
                      <a:pt x="1" y="207"/>
                    </a:lnTo>
                    <a:lnTo>
                      <a:pt x="72" y="139"/>
                    </a:lnTo>
                    <a:lnTo>
                      <a:pt x="72" y="139"/>
                    </a:lnTo>
                    <a:lnTo>
                      <a:pt x="218" y="0"/>
                    </a:lnTo>
                    <a:lnTo>
                      <a:pt x="510" y="13"/>
                    </a:lnTo>
                    <a:lnTo>
                      <a:pt x="1890" y="1461"/>
                    </a:lnTo>
                    <a:cubicBezTo>
                      <a:pt x="1929" y="1501"/>
                      <a:pt x="1949" y="1554"/>
                      <a:pt x="1950" y="1606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27"/>
              <p:cNvSpPr/>
              <p:nvPr/>
            </p:nvSpPr>
            <p:spPr>
              <a:xfrm>
                <a:off x="9428400" y="2483280"/>
                <a:ext cx="702000" cy="5454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515" extrusionOk="0">
                    <a:moveTo>
                      <a:pt x="1950" y="1107"/>
                    </a:moveTo>
                    <a:cubicBezTo>
                      <a:pt x="1950" y="1161"/>
                      <a:pt x="1930" y="1214"/>
                      <a:pt x="1889" y="1253"/>
                    </a:cubicBezTo>
                    <a:lnTo>
                      <a:pt x="1747" y="1388"/>
                    </a:lnTo>
                    <a:lnTo>
                      <a:pt x="1671" y="1460"/>
                    </a:lnTo>
                    <a:cubicBezTo>
                      <a:pt x="1591" y="1537"/>
                      <a:pt x="1460" y="1531"/>
                      <a:pt x="1380" y="1447"/>
                    </a:cubicBezTo>
                    <a:lnTo>
                      <a:pt x="0" y="0"/>
                    </a:lnTo>
                    <a:lnTo>
                      <a:pt x="1950" y="110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27"/>
              <p:cNvSpPr/>
              <p:nvPr/>
            </p:nvSpPr>
            <p:spPr>
              <a:xfrm>
                <a:off x="8338680" y="1193040"/>
                <a:ext cx="1150920" cy="1151280"/>
              </a:xfrm>
              <a:custGeom>
                <a:avLst/>
                <a:gdLst/>
                <a:ahLst/>
                <a:cxnLst/>
                <a:rect l="l" t="t" r="r" b="b"/>
                <a:pathLst>
                  <a:path w="3197" h="3198" extrusionOk="0">
                    <a:moveTo>
                      <a:pt x="3197" y="1599"/>
                    </a:moveTo>
                    <a:cubicBezTo>
                      <a:pt x="3197" y="2404"/>
                      <a:pt x="2602" y="3070"/>
                      <a:pt x="1828" y="3181"/>
                    </a:cubicBezTo>
                    <a:cubicBezTo>
                      <a:pt x="1754" y="3192"/>
                      <a:pt x="1677" y="3198"/>
                      <a:pt x="1599" y="3198"/>
                    </a:cubicBezTo>
                    <a:cubicBezTo>
                      <a:pt x="1278" y="3198"/>
                      <a:pt x="979" y="3103"/>
                      <a:pt x="729" y="2940"/>
                    </a:cubicBezTo>
                    <a:cubicBezTo>
                      <a:pt x="622" y="2871"/>
                      <a:pt x="524" y="2789"/>
                      <a:pt x="437" y="2698"/>
                    </a:cubicBezTo>
                    <a:cubicBezTo>
                      <a:pt x="306" y="2558"/>
                      <a:pt x="198" y="2396"/>
                      <a:pt x="124" y="2216"/>
                    </a:cubicBezTo>
                    <a:cubicBezTo>
                      <a:pt x="44" y="2026"/>
                      <a:pt x="0" y="1818"/>
                      <a:pt x="0" y="1599"/>
                    </a:cubicBezTo>
                    <a:cubicBezTo>
                      <a:pt x="0" y="725"/>
                      <a:pt x="702" y="14"/>
                      <a:pt x="1573" y="1"/>
                    </a:cubicBezTo>
                    <a:cubicBezTo>
                      <a:pt x="1581" y="0"/>
                      <a:pt x="1590" y="0"/>
                      <a:pt x="1599" y="0"/>
                    </a:cubicBezTo>
                    <a:cubicBezTo>
                      <a:pt x="1789" y="0"/>
                      <a:pt x="1971" y="34"/>
                      <a:pt x="2140" y="94"/>
                    </a:cubicBezTo>
                    <a:cubicBezTo>
                      <a:pt x="2261" y="138"/>
                      <a:pt x="2374" y="195"/>
                      <a:pt x="2479" y="264"/>
                    </a:cubicBezTo>
                    <a:cubicBezTo>
                      <a:pt x="2798" y="475"/>
                      <a:pt x="3037" y="797"/>
                      <a:pt x="3141" y="1175"/>
                    </a:cubicBezTo>
                    <a:cubicBezTo>
                      <a:pt x="3178" y="1310"/>
                      <a:pt x="3197" y="1452"/>
                      <a:pt x="3197" y="1599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27"/>
              <p:cNvSpPr/>
              <p:nvPr/>
            </p:nvSpPr>
            <p:spPr>
              <a:xfrm>
                <a:off x="8264880" y="1119240"/>
                <a:ext cx="1298880" cy="129852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3607" extrusionOk="0">
                    <a:moveTo>
                      <a:pt x="3152" y="2387"/>
                    </a:moveTo>
                    <a:cubicBezTo>
                      <a:pt x="2830" y="3130"/>
                      <a:pt x="1964" y="3473"/>
                      <a:pt x="1221" y="3152"/>
                    </a:cubicBezTo>
                    <a:cubicBezTo>
                      <a:pt x="478" y="2830"/>
                      <a:pt x="135" y="1964"/>
                      <a:pt x="456" y="1221"/>
                    </a:cubicBezTo>
                    <a:cubicBezTo>
                      <a:pt x="778" y="478"/>
                      <a:pt x="1644" y="135"/>
                      <a:pt x="2387" y="456"/>
                    </a:cubicBezTo>
                    <a:cubicBezTo>
                      <a:pt x="3130" y="778"/>
                      <a:pt x="3473" y="1644"/>
                      <a:pt x="3152" y="2387"/>
                    </a:cubicBezTo>
                    <a:moveTo>
                      <a:pt x="1088" y="3459"/>
                    </a:moveTo>
                    <a:cubicBezTo>
                      <a:pt x="2002" y="3854"/>
                      <a:pt x="3063" y="3434"/>
                      <a:pt x="3459" y="2520"/>
                    </a:cubicBezTo>
                    <a:cubicBezTo>
                      <a:pt x="3854" y="1606"/>
                      <a:pt x="3434" y="544"/>
                      <a:pt x="2520" y="149"/>
                    </a:cubicBezTo>
                    <a:cubicBezTo>
                      <a:pt x="1606" y="-246"/>
                      <a:pt x="544" y="174"/>
                      <a:pt x="149" y="1088"/>
                    </a:cubicBezTo>
                    <a:cubicBezTo>
                      <a:pt x="-247" y="2002"/>
                      <a:pt x="174" y="3064"/>
                      <a:pt x="1088" y="345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9" name="Google Shape;849;p27"/>
            <p:cNvSpPr/>
            <p:nvPr/>
          </p:nvSpPr>
          <p:spPr>
            <a:xfrm rot="5400000">
              <a:off x="369489" y="920615"/>
              <a:ext cx="371152" cy="614174"/>
            </a:xfrm>
            <a:custGeom>
              <a:avLst/>
              <a:gdLst/>
              <a:ahLst/>
              <a:cxnLst/>
              <a:rect l="l" t="t" r="r" b="b"/>
              <a:pathLst>
                <a:path w="1454" h="2406" extrusionOk="0">
                  <a:moveTo>
                    <a:pt x="1454" y="1260"/>
                  </a:moveTo>
                  <a:lnTo>
                    <a:pt x="727" y="0"/>
                  </a:lnTo>
                  <a:lnTo>
                    <a:pt x="0" y="1260"/>
                  </a:lnTo>
                  <a:lnTo>
                    <a:pt x="375" y="1260"/>
                  </a:lnTo>
                  <a:lnTo>
                    <a:pt x="375" y="2406"/>
                  </a:lnTo>
                  <a:lnTo>
                    <a:pt x="1079" y="2406"/>
                  </a:lnTo>
                  <a:lnTo>
                    <a:pt x="1079" y="1260"/>
                  </a:lnTo>
                  <a:lnTo>
                    <a:pt x="1454" y="1260"/>
                  </a:ln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58B9FA8-E7CA-9F64-2F27-B572315410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601" y="1591869"/>
            <a:ext cx="2476625" cy="2918290"/>
          </a:xfrm>
          <a:prstGeom prst="rect">
            <a:avLst/>
          </a:prstGeom>
          <a:ln w="38100">
            <a:solidFill>
              <a:srgbClr val="008F95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2551E89-C699-8812-3921-8BBAA7D65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0775" y="1602376"/>
            <a:ext cx="2346306" cy="2918290"/>
          </a:xfrm>
          <a:prstGeom prst="rect">
            <a:avLst/>
          </a:prstGeom>
          <a:ln w="38100">
            <a:solidFill>
              <a:srgbClr val="008F95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>
          <a:extLst>
            <a:ext uri="{FF2B5EF4-FFF2-40B4-BE49-F238E27FC236}">
              <a16:creationId xmlns:a16="http://schemas.microsoft.com/office/drawing/2014/main" id="{600612F5-5358-F811-1EB2-0B217697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7">
            <a:extLst>
              <a:ext uri="{FF2B5EF4-FFF2-40B4-BE49-F238E27FC236}">
                <a16:creationId xmlns:a16="http://schemas.microsoft.com/office/drawing/2014/main" id="{B5C1C518-F748-2318-77C3-3D1AEE71E1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ЦПР</a:t>
            </a:r>
            <a:endParaRPr dirty="0"/>
          </a:p>
        </p:txBody>
      </p:sp>
      <p:grpSp>
        <p:nvGrpSpPr>
          <p:cNvPr id="841" name="Google Shape;841;p27">
            <a:extLst>
              <a:ext uri="{FF2B5EF4-FFF2-40B4-BE49-F238E27FC236}">
                <a16:creationId xmlns:a16="http://schemas.microsoft.com/office/drawing/2014/main" id="{725EAC86-732D-6236-FA61-F93D28B7A82D}"/>
              </a:ext>
            </a:extLst>
          </p:cNvPr>
          <p:cNvGrpSpPr/>
          <p:nvPr/>
        </p:nvGrpSpPr>
        <p:grpSpPr>
          <a:xfrm>
            <a:off x="247978" y="902744"/>
            <a:ext cx="9024608" cy="1013340"/>
            <a:chOff x="247978" y="902744"/>
            <a:chExt cx="9024608" cy="1013340"/>
          </a:xfrm>
        </p:grpSpPr>
        <p:grpSp>
          <p:nvGrpSpPr>
            <p:cNvPr id="842" name="Google Shape;842;p27">
              <a:extLst>
                <a:ext uri="{FF2B5EF4-FFF2-40B4-BE49-F238E27FC236}">
                  <a16:creationId xmlns:a16="http://schemas.microsoft.com/office/drawing/2014/main" id="{5DB581AB-4016-A586-C601-525886305F5E}"/>
                </a:ext>
              </a:extLst>
            </p:cNvPr>
            <p:cNvGrpSpPr/>
            <p:nvPr/>
          </p:nvGrpSpPr>
          <p:grpSpPr>
            <a:xfrm>
              <a:off x="8282554" y="902744"/>
              <a:ext cx="990031" cy="1013340"/>
              <a:chOff x="8264880" y="1119240"/>
              <a:chExt cx="1865520" cy="1909440"/>
            </a:xfrm>
          </p:grpSpPr>
          <p:sp>
            <p:nvSpPr>
              <p:cNvPr id="843" name="Google Shape;843;p27">
                <a:extLst>
                  <a:ext uri="{FF2B5EF4-FFF2-40B4-BE49-F238E27FC236}">
                    <a16:creationId xmlns:a16="http://schemas.microsoft.com/office/drawing/2014/main" id="{57FE5BA0-4E59-F03F-13A1-8CE89EAA9130}"/>
                  </a:ext>
                </a:extLst>
              </p:cNvPr>
              <p:cNvSpPr/>
              <p:nvPr/>
            </p:nvSpPr>
            <p:spPr>
              <a:xfrm>
                <a:off x="9336240" y="2202840"/>
                <a:ext cx="190080" cy="19908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53" extrusionOk="0">
                    <a:moveTo>
                      <a:pt x="0" y="0"/>
                    </a:moveTo>
                    <a:lnTo>
                      <a:pt x="528" y="5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27">
                <a:extLst>
                  <a:ext uri="{FF2B5EF4-FFF2-40B4-BE49-F238E27FC236}">
                    <a16:creationId xmlns:a16="http://schemas.microsoft.com/office/drawing/2014/main" id="{F1898B30-1B28-DC69-46D3-30303B4DCA35}"/>
                  </a:ext>
                </a:extLst>
              </p:cNvPr>
              <p:cNvSpPr/>
              <p:nvPr/>
            </p:nvSpPr>
            <p:spPr>
              <a:xfrm>
                <a:off x="9298800" y="2167200"/>
                <a:ext cx="264960" cy="27036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751" extrusionOk="0">
                    <a:moveTo>
                      <a:pt x="527" y="751"/>
                    </a:moveTo>
                    <a:lnTo>
                      <a:pt x="736" y="553"/>
                    </a:lnTo>
                    <a:lnTo>
                      <a:pt x="208" y="0"/>
                    </a:lnTo>
                    <a:lnTo>
                      <a:pt x="0" y="198"/>
                    </a:lnTo>
                    <a:lnTo>
                      <a:pt x="527" y="751"/>
                    </a:ln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27">
                <a:extLst>
                  <a:ext uri="{FF2B5EF4-FFF2-40B4-BE49-F238E27FC236}">
                    <a16:creationId xmlns:a16="http://schemas.microsoft.com/office/drawing/2014/main" id="{5698FB8C-19A5-BAAE-BB16-D43C66E58B94}"/>
                  </a:ext>
                </a:extLst>
              </p:cNvPr>
              <p:cNvSpPr/>
              <p:nvPr/>
            </p:nvSpPr>
            <p:spPr>
              <a:xfrm>
                <a:off x="9428400" y="2303640"/>
                <a:ext cx="702000" cy="72504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2014" extrusionOk="0">
                    <a:moveTo>
                      <a:pt x="1950" y="1606"/>
                    </a:moveTo>
                    <a:cubicBezTo>
                      <a:pt x="1950" y="1660"/>
                      <a:pt x="1930" y="1713"/>
                      <a:pt x="1889" y="1752"/>
                    </a:cubicBezTo>
                    <a:lnTo>
                      <a:pt x="1747" y="1887"/>
                    </a:lnTo>
                    <a:lnTo>
                      <a:pt x="1671" y="1959"/>
                    </a:lnTo>
                    <a:cubicBezTo>
                      <a:pt x="1591" y="2036"/>
                      <a:pt x="1460" y="2030"/>
                      <a:pt x="1380" y="1946"/>
                    </a:cubicBezTo>
                    <a:lnTo>
                      <a:pt x="0" y="499"/>
                    </a:lnTo>
                    <a:lnTo>
                      <a:pt x="1" y="207"/>
                    </a:lnTo>
                    <a:lnTo>
                      <a:pt x="72" y="139"/>
                    </a:lnTo>
                    <a:lnTo>
                      <a:pt x="72" y="139"/>
                    </a:lnTo>
                    <a:lnTo>
                      <a:pt x="218" y="0"/>
                    </a:lnTo>
                    <a:lnTo>
                      <a:pt x="510" y="13"/>
                    </a:lnTo>
                    <a:lnTo>
                      <a:pt x="1890" y="1461"/>
                    </a:lnTo>
                    <a:cubicBezTo>
                      <a:pt x="1929" y="1501"/>
                      <a:pt x="1949" y="1554"/>
                      <a:pt x="1950" y="1606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27">
                <a:extLst>
                  <a:ext uri="{FF2B5EF4-FFF2-40B4-BE49-F238E27FC236}">
                    <a16:creationId xmlns:a16="http://schemas.microsoft.com/office/drawing/2014/main" id="{A8415543-4AAA-E59F-0066-BE86F308B4A3}"/>
                  </a:ext>
                </a:extLst>
              </p:cNvPr>
              <p:cNvSpPr/>
              <p:nvPr/>
            </p:nvSpPr>
            <p:spPr>
              <a:xfrm>
                <a:off x="9428400" y="2483280"/>
                <a:ext cx="702000" cy="5454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515" extrusionOk="0">
                    <a:moveTo>
                      <a:pt x="1950" y="1107"/>
                    </a:moveTo>
                    <a:cubicBezTo>
                      <a:pt x="1950" y="1161"/>
                      <a:pt x="1930" y="1214"/>
                      <a:pt x="1889" y="1253"/>
                    </a:cubicBezTo>
                    <a:lnTo>
                      <a:pt x="1747" y="1388"/>
                    </a:lnTo>
                    <a:lnTo>
                      <a:pt x="1671" y="1460"/>
                    </a:lnTo>
                    <a:cubicBezTo>
                      <a:pt x="1591" y="1537"/>
                      <a:pt x="1460" y="1531"/>
                      <a:pt x="1380" y="1447"/>
                    </a:cubicBezTo>
                    <a:lnTo>
                      <a:pt x="0" y="0"/>
                    </a:lnTo>
                    <a:lnTo>
                      <a:pt x="1950" y="110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27">
                <a:extLst>
                  <a:ext uri="{FF2B5EF4-FFF2-40B4-BE49-F238E27FC236}">
                    <a16:creationId xmlns:a16="http://schemas.microsoft.com/office/drawing/2014/main" id="{A17AC681-4874-8D00-E9C9-04CD74CBD33C}"/>
                  </a:ext>
                </a:extLst>
              </p:cNvPr>
              <p:cNvSpPr/>
              <p:nvPr/>
            </p:nvSpPr>
            <p:spPr>
              <a:xfrm>
                <a:off x="8338680" y="1193040"/>
                <a:ext cx="1150920" cy="1151280"/>
              </a:xfrm>
              <a:custGeom>
                <a:avLst/>
                <a:gdLst/>
                <a:ahLst/>
                <a:cxnLst/>
                <a:rect l="l" t="t" r="r" b="b"/>
                <a:pathLst>
                  <a:path w="3197" h="3198" extrusionOk="0">
                    <a:moveTo>
                      <a:pt x="3197" y="1599"/>
                    </a:moveTo>
                    <a:cubicBezTo>
                      <a:pt x="3197" y="2404"/>
                      <a:pt x="2602" y="3070"/>
                      <a:pt x="1828" y="3181"/>
                    </a:cubicBezTo>
                    <a:cubicBezTo>
                      <a:pt x="1754" y="3192"/>
                      <a:pt x="1677" y="3198"/>
                      <a:pt x="1599" y="3198"/>
                    </a:cubicBezTo>
                    <a:cubicBezTo>
                      <a:pt x="1278" y="3198"/>
                      <a:pt x="979" y="3103"/>
                      <a:pt x="729" y="2940"/>
                    </a:cubicBezTo>
                    <a:cubicBezTo>
                      <a:pt x="622" y="2871"/>
                      <a:pt x="524" y="2789"/>
                      <a:pt x="437" y="2698"/>
                    </a:cubicBezTo>
                    <a:cubicBezTo>
                      <a:pt x="306" y="2558"/>
                      <a:pt x="198" y="2396"/>
                      <a:pt x="124" y="2216"/>
                    </a:cubicBezTo>
                    <a:cubicBezTo>
                      <a:pt x="44" y="2026"/>
                      <a:pt x="0" y="1818"/>
                      <a:pt x="0" y="1599"/>
                    </a:cubicBezTo>
                    <a:cubicBezTo>
                      <a:pt x="0" y="725"/>
                      <a:pt x="702" y="14"/>
                      <a:pt x="1573" y="1"/>
                    </a:cubicBezTo>
                    <a:cubicBezTo>
                      <a:pt x="1581" y="0"/>
                      <a:pt x="1590" y="0"/>
                      <a:pt x="1599" y="0"/>
                    </a:cubicBezTo>
                    <a:cubicBezTo>
                      <a:pt x="1789" y="0"/>
                      <a:pt x="1971" y="34"/>
                      <a:pt x="2140" y="94"/>
                    </a:cubicBezTo>
                    <a:cubicBezTo>
                      <a:pt x="2261" y="138"/>
                      <a:pt x="2374" y="195"/>
                      <a:pt x="2479" y="264"/>
                    </a:cubicBezTo>
                    <a:cubicBezTo>
                      <a:pt x="2798" y="475"/>
                      <a:pt x="3037" y="797"/>
                      <a:pt x="3141" y="1175"/>
                    </a:cubicBezTo>
                    <a:cubicBezTo>
                      <a:pt x="3178" y="1310"/>
                      <a:pt x="3197" y="1452"/>
                      <a:pt x="3197" y="1599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27">
                <a:extLst>
                  <a:ext uri="{FF2B5EF4-FFF2-40B4-BE49-F238E27FC236}">
                    <a16:creationId xmlns:a16="http://schemas.microsoft.com/office/drawing/2014/main" id="{CFD66CA0-B368-7AB4-DB8D-8BDE251A52B9}"/>
                  </a:ext>
                </a:extLst>
              </p:cNvPr>
              <p:cNvSpPr/>
              <p:nvPr/>
            </p:nvSpPr>
            <p:spPr>
              <a:xfrm>
                <a:off x="8264880" y="1119240"/>
                <a:ext cx="1298880" cy="129852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3607" extrusionOk="0">
                    <a:moveTo>
                      <a:pt x="3152" y="2387"/>
                    </a:moveTo>
                    <a:cubicBezTo>
                      <a:pt x="2830" y="3130"/>
                      <a:pt x="1964" y="3473"/>
                      <a:pt x="1221" y="3152"/>
                    </a:cubicBezTo>
                    <a:cubicBezTo>
                      <a:pt x="478" y="2830"/>
                      <a:pt x="135" y="1964"/>
                      <a:pt x="456" y="1221"/>
                    </a:cubicBezTo>
                    <a:cubicBezTo>
                      <a:pt x="778" y="478"/>
                      <a:pt x="1644" y="135"/>
                      <a:pt x="2387" y="456"/>
                    </a:cubicBezTo>
                    <a:cubicBezTo>
                      <a:pt x="3130" y="778"/>
                      <a:pt x="3473" y="1644"/>
                      <a:pt x="3152" y="2387"/>
                    </a:cubicBezTo>
                    <a:moveTo>
                      <a:pt x="1088" y="3459"/>
                    </a:moveTo>
                    <a:cubicBezTo>
                      <a:pt x="2002" y="3854"/>
                      <a:pt x="3063" y="3434"/>
                      <a:pt x="3459" y="2520"/>
                    </a:cubicBezTo>
                    <a:cubicBezTo>
                      <a:pt x="3854" y="1606"/>
                      <a:pt x="3434" y="544"/>
                      <a:pt x="2520" y="149"/>
                    </a:cubicBezTo>
                    <a:cubicBezTo>
                      <a:pt x="1606" y="-246"/>
                      <a:pt x="544" y="174"/>
                      <a:pt x="149" y="1088"/>
                    </a:cubicBezTo>
                    <a:cubicBezTo>
                      <a:pt x="-247" y="2002"/>
                      <a:pt x="174" y="3064"/>
                      <a:pt x="1088" y="345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9" name="Google Shape;849;p27">
              <a:extLst>
                <a:ext uri="{FF2B5EF4-FFF2-40B4-BE49-F238E27FC236}">
                  <a16:creationId xmlns:a16="http://schemas.microsoft.com/office/drawing/2014/main" id="{A1647545-A3A8-59C7-F985-FF33FEF79322}"/>
                </a:ext>
              </a:extLst>
            </p:cNvPr>
            <p:cNvSpPr/>
            <p:nvPr/>
          </p:nvSpPr>
          <p:spPr>
            <a:xfrm rot="5400000">
              <a:off x="369489" y="920615"/>
              <a:ext cx="371152" cy="614174"/>
            </a:xfrm>
            <a:custGeom>
              <a:avLst/>
              <a:gdLst/>
              <a:ahLst/>
              <a:cxnLst/>
              <a:rect l="l" t="t" r="r" b="b"/>
              <a:pathLst>
                <a:path w="1454" h="2406" extrusionOk="0">
                  <a:moveTo>
                    <a:pt x="1454" y="1260"/>
                  </a:moveTo>
                  <a:lnTo>
                    <a:pt x="727" y="0"/>
                  </a:lnTo>
                  <a:lnTo>
                    <a:pt x="0" y="1260"/>
                  </a:lnTo>
                  <a:lnTo>
                    <a:pt x="375" y="1260"/>
                  </a:lnTo>
                  <a:lnTo>
                    <a:pt x="375" y="2406"/>
                  </a:lnTo>
                  <a:lnTo>
                    <a:pt x="1079" y="2406"/>
                  </a:lnTo>
                  <a:lnTo>
                    <a:pt x="1079" y="1260"/>
                  </a:lnTo>
                  <a:lnTo>
                    <a:pt x="1454" y="1260"/>
                  </a:ln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9F5478-7848-164C-B7CB-3652580CC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687" y="1626640"/>
            <a:ext cx="2476625" cy="2959869"/>
          </a:xfrm>
          <a:prstGeom prst="rect">
            <a:avLst/>
          </a:prstGeom>
          <a:ln w="38100">
            <a:solidFill>
              <a:srgbClr val="008F95"/>
            </a:solidFill>
          </a:ln>
        </p:spPr>
      </p:pic>
    </p:spTree>
    <p:extLst>
      <p:ext uri="{BB962C8B-B14F-4D97-AF65-F5344CB8AC3E}">
        <p14:creationId xmlns:p14="http://schemas.microsoft.com/office/powerpoint/2010/main" val="2787823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>
          <a:extLst>
            <a:ext uri="{FF2B5EF4-FFF2-40B4-BE49-F238E27FC236}">
              <a16:creationId xmlns:a16="http://schemas.microsoft.com/office/drawing/2014/main" id="{F2A4C78A-9B53-8FDA-BCA4-E73BC1EED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7">
            <a:extLst>
              <a:ext uri="{FF2B5EF4-FFF2-40B4-BE49-F238E27FC236}">
                <a16:creationId xmlns:a16="http://schemas.microsoft.com/office/drawing/2014/main" id="{3566F9AC-15E2-79D8-6985-8536F72FEC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95867" y="941352"/>
            <a:ext cx="135026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Бокс</a:t>
            </a:r>
            <a:endParaRPr dirty="0"/>
          </a:p>
        </p:txBody>
      </p:sp>
      <p:grpSp>
        <p:nvGrpSpPr>
          <p:cNvPr id="841" name="Google Shape;841;p27">
            <a:extLst>
              <a:ext uri="{FF2B5EF4-FFF2-40B4-BE49-F238E27FC236}">
                <a16:creationId xmlns:a16="http://schemas.microsoft.com/office/drawing/2014/main" id="{B44FFC38-C53C-A0B4-84F3-E065DD706149}"/>
              </a:ext>
            </a:extLst>
          </p:cNvPr>
          <p:cNvGrpSpPr/>
          <p:nvPr/>
        </p:nvGrpSpPr>
        <p:grpSpPr>
          <a:xfrm>
            <a:off x="247978" y="902744"/>
            <a:ext cx="9024608" cy="1013340"/>
            <a:chOff x="247978" y="902744"/>
            <a:chExt cx="9024608" cy="1013340"/>
          </a:xfrm>
        </p:grpSpPr>
        <p:grpSp>
          <p:nvGrpSpPr>
            <p:cNvPr id="842" name="Google Shape;842;p27">
              <a:extLst>
                <a:ext uri="{FF2B5EF4-FFF2-40B4-BE49-F238E27FC236}">
                  <a16:creationId xmlns:a16="http://schemas.microsoft.com/office/drawing/2014/main" id="{FF11A724-A95C-B088-2D82-2C3708EF5B6D}"/>
                </a:ext>
              </a:extLst>
            </p:cNvPr>
            <p:cNvGrpSpPr/>
            <p:nvPr/>
          </p:nvGrpSpPr>
          <p:grpSpPr>
            <a:xfrm>
              <a:off x="8282554" y="902744"/>
              <a:ext cx="990031" cy="1013340"/>
              <a:chOff x="8264880" y="1119240"/>
              <a:chExt cx="1865520" cy="1909440"/>
            </a:xfrm>
          </p:grpSpPr>
          <p:sp>
            <p:nvSpPr>
              <p:cNvPr id="843" name="Google Shape;843;p27">
                <a:extLst>
                  <a:ext uri="{FF2B5EF4-FFF2-40B4-BE49-F238E27FC236}">
                    <a16:creationId xmlns:a16="http://schemas.microsoft.com/office/drawing/2014/main" id="{A0E6BD15-AC1C-C7D2-0C00-A414E5455D0D}"/>
                  </a:ext>
                </a:extLst>
              </p:cNvPr>
              <p:cNvSpPr/>
              <p:nvPr/>
            </p:nvSpPr>
            <p:spPr>
              <a:xfrm>
                <a:off x="9336240" y="2202840"/>
                <a:ext cx="190080" cy="19908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53" extrusionOk="0">
                    <a:moveTo>
                      <a:pt x="0" y="0"/>
                    </a:moveTo>
                    <a:lnTo>
                      <a:pt x="528" y="5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27">
                <a:extLst>
                  <a:ext uri="{FF2B5EF4-FFF2-40B4-BE49-F238E27FC236}">
                    <a16:creationId xmlns:a16="http://schemas.microsoft.com/office/drawing/2014/main" id="{C6075541-47F0-1CEB-B236-BFFAE5EF4F18}"/>
                  </a:ext>
                </a:extLst>
              </p:cNvPr>
              <p:cNvSpPr/>
              <p:nvPr/>
            </p:nvSpPr>
            <p:spPr>
              <a:xfrm>
                <a:off x="9298800" y="2167200"/>
                <a:ext cx="264960" cy="27036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751" extrusionOk="0">
                    <a:moveTo>
                      <a:pt x="527" y="751"/>
                    </a:moveTo>
                    <a:lnTo>
                      <a:pt x="736" y="553"/>
                    </a:lnTo>
                    <a:lnTo>
                      <a:pt x="208" y="0"/>
                    </a:lnTo>
                    <a:lnTo>
                      <a:pt x="0" y="198"/>
                    </a:lnTo>
                    <a:lnTo>
                      <a:pt x="527" y="751"/>
                    </a:ln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27">
                <a:extLst>
                  <a:ext uri="{FF2B5EF4-FFF2-40B4-BE49-F238E27FC236}">
                    <a16:creationId xmlns:a16="http://schemas.microsoft.com/office/drawing/2014/main" id="{428141CA-A7B6-154D-FF2F-560F4C86F9C7}"/>
                  </a:ext>
                </a:extLst>
              </p:cNvPr>
              <p:cNvSpPr/>
              <p:nvPr/>
            </p:nvSpPr>
            <p:spPr>
              <a:xfrm>
                <a:off x="9428400" y="2303640"/>
                <a:ext cx="702000" cy="72504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2014" extrusionOk="0">
                    <a:moveTo>
                      <a:pt x="1950" y="1606"/>
                    </a:moveTo>
                    <a:cubicBezTo>
                      <a:pt x="1950" y="1660"/>
                      <a:pt x="1930" y="1713"/>
                      <a:pt x="1889" y="1752"/>
                    </a:cubicBezTo>
                    <a:lnTo>
                      <a:pt x="1747" y="1887"/>
                    </a:lnTo>
                    <a:lnTo>
                      <a:pt x="1671" y="1959"/>
                    </a:lnTo>
                    <a:cubicBezTo>
                      <a:pt x="1591" y="2036"/>
                      <a:pt x="1460" y="2030"/>
                      <a:pt x="1380" y="1946"/>
                    </a:cubicBezTo>
                    <a:lnTo>
                      <a:pt x="0" y="499"/>
                    </a:lnTo>
                    <a:lnTo>
                      <a:pt x="1" y="207"/>
                    </a:lnTo>
                    <a:lnTo>
                      <a:pt x="72" y="139"/>
                    </a:lnTo>
                    <a:lnTo>
                      <a:pt x="72" y="139"/>
                    </a:lnTo>
                    <a:lnTo>
                      <a:pt x="218" y="0"/>
                    </a:lnTo>
                    <a:lnTo>
                      <a:pt x="510" y="13"/>
                    </a:lnTo>
                    <a:lnTo>
                      <a:pt x="1890" y="1461"/>
                    </a:lnTo>
                    <a:cubicBezTo>
                      <a:pt x="1929" y="1501"/>
                      <a:pt x="1949" y="1554"/>
                      <a:pt x="1950" y="1606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27">
                <a:extLst>
                  <a:ext uri="{FF2B5EF4-FFF2-40B4-BE49-F238E27FC236}">
                    <a16:creationId xmlns:a16="http://schemas.microsoft.com/office/drawing/2014/main" id="{3D541B76-2AEE-5C17-41F6-B1FBD0A9F66B}"/>
                  </a:ext>
                </a:extLst>
              </p:cNvPr>
              <p:cNvSpPr/>
              <p:nvPr/>
            </p:nvSpPr>
            <p:spPr>
              <a:xfrm>
                <a:off x="9428400" y="2483280"/>
                <a:ext cx="702000" cy="5454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515" extrusionOk="0">
                    <a:moveTo>
                      <a:pt x="1950" y="1107"/>
                    </a:moveTo>
                    <a:cubicBezTo>
                      <a:pt x="1950" y="1161"/>
                      <a:pt x="1930" y="1214"/>
                      <a:pt x="1889" y="1253"/>
                    </a:cubicBezTo>
                    <a:lnTo>
                      <a:pt x="1747" y="1388"/>
                    </a:lnTo>
                    <a:lnTo>
                      <a:pt x="1671" y="1460"/>
                    </a:lnTo>
                    <a:cubicBezTo>
                      <a:pt x="1591" y="1537"/>
                      <a:pt x="1460" y="1531"/>
                      <a:pt x="1380" y="1447"/>
                    </a:cubicBezTo>
                    <a:lnTo>
                      <a:pt x="0" y="0"/>
                    </a:lnTo>
                    <a:lnTo>
                      <a:pt x="1950" y="110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27">
                <a:extLst>
                  <a:ext uri="{FF2B5EF4-FFF2-40B4-BE49-F238E27FC236}">
                    <a16:creationId xmlns:a16="http://schemas.microsoft.com/office/drawing/2014/main" id="{F0D5C5AA-0FF4-07C6-4DDB-AD92F2856643}"/>
                  </a:ext>
                </a:extLst>
              </p:cNvPr>
              <p:cNvSpPr/>
              <p:nvPr/>
            </p:nvSpPr>
            <p:spPr>
              <a:xfrm>
                <a:off x="8338680" y="1193040"/>
                <a:ext cx="1150920" cy="1151280"/>
              </a:xfrm>
              <a:custGeom>
                <a:avLst/>
                <a:gdLst/>
                <a:ahLst/>
                <a:cxnLst/>
                <a:rect l="l" t="t" r="r" b="b"/>
                <a:pathLst>
                  <a:path w="3197" h="3198" extrusionOk="0">
                    <a:moveTo>
                      <a:pt x="3197" y="1599"/>
                    </a:moveTo>
                    <a:cubicBezTo>
                      <a:pt x="3197" y="2404"/>
                      <a:pt x="2602" y="3070"/>
                      <a:pt x="1828" y="3181"/>
                    </a:cubicBezTo>
                    <a:cubicBezTo>
                      <a:pt x="1754" y="3192"/>
                      <a:pt x="1677" y="3198"/>
                      <a:pt x="1599" y="3198"/>
                    </a:cubicBezTo>
                    <a:cubicBezTo>
                      <a:pt x="1278" y="3198"/>
                      <a:pt x="979" y="3103"/>
                      <a:pt x="729" y="2940"/>
                    </a:cubicBezTo>
                    <a:cubicBezTo>
                      <a:pt x="622" y="2871"/>
                      <a:pt x="524" y="2789"/>
                      <a:pt x="437" y="2698"/>
                    </a:cubicBezTo>
                    <a:cubicBezTo>
                      <a:pt x="306" y="2558"/>
                      <a:pt x="198" y="2396"/>
                      <a:pt x="124" y="2216"/>
                    </a:cubicBezTo>
                    <a:cubicBezTo>
                      <a:pt x="44" y="2026"/>
                      <a:pt x="0" y="1818"/>
                      <a:pt x="0" y="1599"/>
                    </a:cubicBezTo>
                    <a:cubicBezTo>
                      <a:pt x="0" y="725"/>
                      <a:pt x="702" y="14"/>
                      <a:pt x="1573" y="1"/>
                    </a:cubicBezTo>
                    <a:cubicBezTo>
                      <a:pt x="1581" y="0"/>
                      <a:pt x="1590" y="0"/>
                      <a:pt x="1599" y="0"/>
                    </a:cubicBezTo>
                    <a:cubicBezTo>
                      <a:pt x="1789" y="0"/>
                      <a:pt x="1971" y="34"/>
                      <a:pt x="2140" y="94"/>
                    </a:cubicBezTo>
                    <a:cubicBezTo>
                      <a:pt x="2261" y="138"/>
                      <a:pt x="2374" y="195"/>
                      <a:pt x="2479" y="264"/>
                    </a:cubicBezTo>
                    <a:cubicBezTo>
                      <a:pt x="2798" y="475"/>
                      <a:pt x="3037" y="797"/>
                      <a:pt x="3141" y="1175"/>
                    </a:cubicBezTo>
                    <a:cubicBezTo>
                      <a:pt x="3178" y="1310"/>
                      <a:pt x="3197" y="1452"/>
                      <a:pt x="3197" y="1599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8" name="Google Shape;848;p27">
                <a:extLst>
                  <a:ext uri="{FF2B5EF4-FFF2-40B4-BE49-F238E27FC236}">
                    <a16:creationId xmlns:a16="http://schemas.microsoft.com/office/drawing/2014/main" id="{AD4F94B1-76A1-9DA7-3BA5-AA12E2E58562}"/>
                  </a:ext>
                </a:extLst>
              </p:cNvPr>
              <p:cNvSpPr/>
              <p:nvPr/>
            </p:nvSpPr>
            <p:spPr>
              <a:xfrm>
                <a:off x="8264880" y="1119240"/>
                <a:ext cx="1298880" cy="129852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3607" extrusionOk="0">
                    <a:moveTo>
                      <a:pt x="3152" y="2387"/>
                    </a:moveTo>
                    <a:cubicBezTo>
                      <a:pt x="2830" y="3130"/>
                      <a:pt x="1964" y="3473"/>
                      <a:pt x="1221" y="3152"/>
                    </a:cubicBezTo>
                    <a:cubicBezTo>
                      <a:pt x="478" y="2830"/>
                      <a:pt x="135" y="1964"/>
                      <a:pt x="456" y="1221"/>
                    </a:cubicBezTo>
                    <a:cubicBezTo>
                      <a:pt x="778" y="478"/>
                      <a:pt x="1644" y="135"/>
                      <a:pt x="2387" y="456"/>
                    </a:cubicBezTo>
                    <a:cubicBezTo>
                      <a:pt x="3130" y="778"/>
                      <a:pt x="3473" y="1644"/>
                      <a:pt x="3152" y="2387"/>
                    </a:cubicBezTo>
                    <a:moveTo>
                      <a:pt x="1088" y="3459"/>
                    </a:moveTo>
                    <a:cubicBezTo>
                      <a:pt x="2002" y="3854"/>
                      <a:pt x="3063" y="3434"/>
                      <a:pt x="3459" y="2520"/>
                    </a:cubicBezTo>
                    <a:cubicBezTo>
                      <a:pt x="3854" y="1606"/>
                      <a:pt x="3434" y="544"/>
                      <a:pt x="2520" y="149"/>
                    </a:cubicBezTo>
                    <a:cubicBezTo>
                      <a:pt x="1606" y="-246"/>
                      <a:pt x="544" y="174"/>
                      <a:pt x="149" y="1088"/>
                    </a:cubicBezTo>
                    <a:cubicBezTo>
                      <a:pt x="-247" y="2002"/>
                      <a:pt x="174" y="3064"/>
                      <a:pt x="1088" y="345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9" name="Google Shape;849;p27">
              <a:extLst>
                <a:ext uri="{FF2B5EF4-FFF2-40B4-BE49-F238E27FC236}">
                  <a16:creationId xmlns:a16="http://schemas.microsoft.com/office/drawing/2014/main" id="{0FE75AB9-8717-71AF-6A11-EE46AA061B29}"/>
                </a:ext>
              </a:extLst>
            </p:cNvPr>
            <p:cNvSpPr/>
            <p:nvPr/>
          </p:nvSpPr>
          <p:spPr>
            <a:xfrm rot="5400000">
              <a:off x="369489" y="920615"/>
              <a:ext cx="371152" cy="614174"/>
            </a:xfrm>
            <a:custGeom>
              <a:avLst/>
              <a:gdLst/>
              <a:ahLst/>
              <a:cxnLst/>
              <a:rect l="l" t="t" r="r" b="b"/>
              <a:pathLst>
                <a:path w="1454" h="2406" extrusionOk="0">
                  <a:moveTo>
                    <a:pt x="1454" y="1260"/>
                  </a:moveTo>
                  <a:lnTo>
                    <a:pt x="727" y="0"/>
                  </a:lnTo>
                  <a:lnTo>
                    <a:pt x="0" y="1260"/>
                  </a:lnTo>
                  <a:lnTo>
                    <a:pt x="375" y="1260"/>
                  </a:lnTo>
                  <a:lnTo>
                    <a:pt x="375" y="2406"/>
                  </a:lnTo>
                  <a:lnTo>
                    <a:pt x="1079" y="2406"/>
                  </a:lnTo>
                  <a:lnTo>
                    <a:pt x="1079" y="1260"/>
                  </a:lnTo>
                  <a:lnTo>
                    <a:pt x="1454" y="1260"/>
                  </a:ln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4860E69-D9BE-90AC-BE5A-5B8F41CA6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408" y="1583463"/>
            <a:ext cx="2273595" cy="2807889"/>
          </a:xfrm>
          <a:prstGeom prst="rect">
            <a:avLst/>
          </a:prstGeom>
          <a:ln w="38100">
            <a:solidFill>
              <a:srgbClr val="008F95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D5A56F-1246-4E84-DD72-F14F2440F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605" y="1626639"/>
            <a:ext cx="1838788" cy="2764713"/>
          </a:xfrm>
          <a:prstGeom prst="rect">
            <a:avLst/>
          </a:prstGeom>
          <a:ln w="38100">
            <a:solidFill>
              <a:srgbClr val="008F95"/>
            </a:solidFill>
          </a:ln>
        </p:spPr>
      </p:pic>
      <p:sp>
        <p:nvSpPr>
          <p:cNvPr id="6" name="Google Shape;839;p27">
            <a:extLst>
              <a:ext uri="{FF2B5EF4-FFF2-40B4-BE49-F238E27FC236}">
                <a16:creationId xmlns:a16="http://schemas.microsoft.com/office/drawing/2014/main" id="{E2ABEE43-DC08-D3DD-1DC4-21D336AF1F6D}"/>
              </a:ext>
            </a:extLst>
          </p:cNvPr>
          <p:cNvSpPr txBox="1">
            <a:spLocks/>
          </p:cNvSpPr>
          <p:nvPr/>
        </p:nvSpPr>
        <p:spPr>
          <a:xfrm>
            <a:off x="5858073" y="957936"/>
            <a:ext cx="135026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2800" b="1" i="0" u="none" strike="noStrike" cap="none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 i="0" u="none" strike="noStrike" cap="none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 i="0" u="none" strike="noStrike" cap="none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 i="0" u="none" strike="noStrike" cap="none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 i="0" u="none" strike="noStrike" cap="none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 i="0" u="none" strike="noStrike" cap="none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 i="0" u="none" strike="noStrike" cap="none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 i="0" u="none" strike="noStrike" cap="none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ays One"/>
              <a:buNone/>
              <a:defRPr sz="3000" b="1" i="0" u="none" strike="noStrike" cap="none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defRPr>
            </a:lvl9pPr>
          </a:lstStyle>
          <a:p>
            <a:r>
              <a:rPr lang="ru-RU" dirty="0"/>
              <a:t>Кокс</a:t>
            </a:r>
          </a:p>
        </p:txBody>
      </p:sp>
    </p:spTree>
    <p:extLst>
      <p:ext uri="{BB962C8B-B14F-4D97-AF65-F5344CB8AC3E}">
        <p14:creationId xmlns:p14="http://schemas.microsoft.com/office/powerpoint/2010/main" val="1825276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9">
          <a:extLst>
            <a:ext uri="{FF2B5EF4-FFF2-40B4-BE49-F238E27FC236}">
              <a16:creationId xmlns:a16="http://schemas.microsoft.com/office/drawing/2014/main" id="{8D4D3116-314D-175B-A426-75A678303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00" name="Google Shape;1300;p38">
                <a:extLst>
                  <a:ext uri="{FF2B5EF4-FFF2-40B4-BE49-F238E27FC236}">
                    <a16:creationId xmlns:a16="http://schemas.microsoft.com/office/drawing/2014/main" id="{76E0A166-2273-6D5E-7489-188F7EA5557F}"/>
                  </a:ext>
                </a:extLst>
              </p:cNvPr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1124506" y="1228255"/>
                <a:ext cx="6914987" cy="2814084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1" i="1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Y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𝝀</m:t>
                                      </m:r>
                                    </m:sup>
                                  </m:s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 - 1</m:t>
                                  </m:r>
                                </m:num>
                                <m:den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𝝀</m:t>
                                  </m:r>
                                </m:den>
                              </m:f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𝝀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≠ 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𝝀</m:t>
                                  </m:r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= 0</m:t>
                                  </m:r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300" name="Google Shape;1300;p38">
                <a:extLst>
                  <a:ext uri="{FF2B5EF4-FFF2-40B4-BE49-F238E27FC236}">
                    <a16:creationId xmlns:a16="http://schemas.microsoft.com/office/drawing/2014/main" id="{76E0A166-2273-6D5E-7489-188F7EA5557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24506" y="1228255"/>
                <a:ext cx="6914987" cy="28140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02" name="Google Shape;1302;p38">
            <a:extLst>
              <a:ext uri="{FF2B5EF4-FFF2-40B4-BE49-F238E27FC236}">
                <a16:creationId xmlns:a16="http://schemas.microsoft.com/office/drawing/2014/main" id="{BF9E3ABB-757B-2103-5E75-CA91AB42E9C3}"/>
              </a:ext>
            </a:extLst>
          </p:cNvPr>
          <p:cNvGrpSpPr/>
          <p:nvPr/>
        </p:nvGrpSpPr>
        <p:grpSpPr>
          <a:xfrm>
            <a:off x="896391" y="806294"/>
            <a:ext cx="7307577" cy="1286731"/>
            <a:chOff x="896391" y="927919"/>
            <a:chExt cx="7307577" cy="1286731"/>
          </a:xfrm>
        </p:grpSpPr>
        <p:grpSp>
          <p:nvGrpSpPr>
            <p:cNvPr id="1303" name="Google Shape;1303;p38">
              <a:extLst>
                <a:ext uri="{FF2B5EF4-FFF2-40B4-BE49-F238E27FC236}">
                  <a16:creationId xmlns:a16="http://schemas.microsoft.com/office/drawing/2014/main" id="{3A30FDFD-74B2-A508-8FAF-347EB776E92C}"/>
                </a:ext>
              </a:extLst>
            </p:cNvPr>
            <p:cNvGrpSpPr/>
            <p:nvPr/>
          </p:nvGrpSpPr>
          <p:grpSpPr>
            <a:xfrm>
              <a:off x="7029323" y="927919"/>
              <a:ext cx="1174645" cy="1286731"/>
              <a:chOff x="7029323" y="927919"/>
              <a:chExt cx="1174645" cy="1286731"/>
            </a:xfrm>
          </p:grpSpPr>
          <p:sp>
            <p:nvSpPr>
              <p:cNvPr id="1304" name="Google Shape;1304;p38">
                <a:extLst>
                  <a:ext uri="{FF2B5EF4-FFF2-40B4-BE49-F238E27FC236}">
                    <a16:creationId xmlns:a16="http://schemas.microsoft.com/office/drawing/2014/main" id="{23E5463D-A5EA-3A4E-1CF8-AC9D7F0082C5}"/>
                  </a:ext>
                </a:extLst>
              </p:cNvPr>
              <p:cNvSpPr/>
              <p:nvPr/>
            </p:nvSpPr>
            <p:spPr>
              <a:xfrm>
                <a:off x="7029323" y="927919"/>
                <a:ext cx="834349" cy="826230"/>
              </a:xfrm>
              <a:custGeom>
                <a:avLst/>
                <a:gdLst/>
                <a:ahLst/>
                <a:cxnLst/>
                <a:rect l="l" t="t" r="r" b="b"/>
                <a:pathLst>
                  <a:path w="4515" h="4471" extrusionOk="0">
                    <a:moveTo>
                      <a:pt x="1821" y="3126"/>
                    </a:moveTo>
                    <a:cubicBezTo>
                      <a:pt x="1330" y="2885"/>
                      <a:pt x="1126" y="2290"/>
                      <a:pt x="1367" y="1799"/>
                    </a:cubicBezTo>
                    <a:cubicBezTo>
                      <a:pt x="1608" y="1308"/>
                      <a:pt x="2204" y="1105"/>
                      <a:pt x="2695" y="1345"/>
                    </a:cubicBezTo>
                    <a:cubicBezTo>
                      <a:pt x="3186" y="1587"/>
                      <a:pt x="3389" y="2182"/>
                      <a:pt x="3148" y="2673"/>
                    </a:cubicBezTo>
                    <a:cubicBezTo>
                      <a:pt x="2907" y="3164"/>
                      <a:pt x="2312" y="3367"/>
                      <a:pt x="1821" y="3126"/>
                    </a:cubicBezTo>
                    <a:moveTo>
                      <a:pt x="3878" y="3808"/>
                    </a:moveTo>
                    <a:cubicBezTo>
                      <a:pt x="4043" y="3638"/>
                      <a:pt x="4179" y="3444"/>
                      <a:pt x="4284" y="3230"/>
                    </a:cubicBezTo>
                    <a:lnTo>
                      <a:pt x="4287" y="3225"/>
                    </a:lnTo>
                    <a:lnTo>
                      <a:pt x="3946" y="3058"/>
                    </a:lnTo>
                    <a:cubicBezTo>
                      <a:pt x="4035" y="2876"/>
                      <a:pt x="4091" y="2687"/>
                      <a:pt x="4118" y="2496"/>
                    </a:cubicBezTo>
                    <a:lnTo>
                      <a:pt x="4494" y="2549"/>
                    </a:lnTo>
                    <a:cubicBezTo>
                      <a:pt x="4526" y="2315"/>
                      <a:pt x="4522" y="2077"/>
                      <a:pt x="4481" y="1843"/>
                    </a:cubicBezTo>
                    <a:lnTo>
                      <a:pt x="4106" y="1909"/>
                    </a:lnTo>
                    <a:cubicBezTo>
                      <a:pt x="4072" y="1716"/>
                      <a:pt x="4007" y="1528"/>
                      <a:pt x="3915" y="1354"/>
                    </a:cubicBezTo>
                    <a:lnTo>
                      <a:pt x="4251" y="1176"/>
                    </a:lnTo>
                    <a:cubicBezTo>
                      <a:pt x="4139" y="966"/>
                      <a:pt x="3996" y="776"/>
                      <a:pt x="3826" y="612"/>
                    </a:cubicBezTo>
                    <a:lnTo>
                      <a:pt x="3562" y="885"/>
                    </a:lnTo>
                    <a:cubicBezTo>
                      <a:pt x="3425" y="752"/>
                      <a:pt x="3266" y="638"/>
                      <a:pt x="3085" y="550"/>
                    </a:cubicBezTo>
                    <a:cubicBezTo>
                      <a:pt x="3084" y="549"/>
                      <a:pt x="3083" y="549"/>
                      <a:pt x="3081" y="548"/>
                    </a:cubicBezTo>
                    <a:lnTo>
                      <a:pt x="3248" y="207"/>
                    </a:lnTo>
                    <a:cubicBezTo>
                      <a:pt x="3034" y="103"/>
                      <a:pt x="2807" y="33"/>
                      <a:pt x="2573" y="0"/>
                    </a:cubicBezTo>
                    <a:lnTo>
                      <a:pt x="2520" y="376"/>
                    </a:lnTo>
                    <a:cubicBezTo>
                      <a:pt x="2323" y="349"/>
                      <a:pt x="2125" y="353"/>
                      <a:pt x="1933" y="387"/>
                    </a:cubicBezTo>
                    <a:lnTo>
                      <a:pt x="1867" y="13"/>
                    </a:lnTo>
                    <a:cubicBezTo>
                      <a:pt x="1633" y="54"/>
                      <a:pt x="1409" y="131"/>
                      <a:pt x="1200" y="242"/>
                    </a:cubicBezTo>
                    <a:lnTo>
                      <a:pt x="1378" y="578"/>
                    </a:lnTo>
                    <a:cubicBezTo>
                      <a:pt x="1205" y="669"/>
                      <a:pt x="1046" y="787"/>
                      <a:pt x="908" y="930"/>
                    </a:cubicBezTo>
                    <a:lnTo>
                      <a:pt x="635" y="666"/>
                    </a:lnTo>
                    <a:cubicBezTo>
                      <a:pt x="472" y="835"/>
                      <a:pt x="336" y="1029"/>
                      <a:pt x="232" y="1241"/>
                    </a:cubicBezTo>
                    <a:lnTo>
                      <a:pt x="230" y="1244"/>
                    </a:lnTo>
                    <a:lnTo>
                      <a:pt x="571" y="1409"/>
                    </a:lnTo>
                    <a:cubicBezTo>
                      <a:pt x="482" y="1592"/>
                      <a:pt x="425" y="1782"/>
                      <a:pt x="398" y="1972"/>
                    </a:cubicBezTo>
                    <a:lnTo>
                      <a:pt x="23" y="1919"/>
                    </a:lnTo>
                    <a:cubicBezTo>
                      <a:pt x="-11" y="2153"/>
                      <a:pt x="-7" y="2391"/>
                      <a:pt x="35" y="2625"/>
                    </a:cubicBezTo>
                    <a:lnTo>
                      <a:pt x="409" y="2559"/>
                    </a:lnTo>
                    <a:cubicBezTo>
                      <a:pt x="443" y="2753"/>
                      <a:pt x="507" y="2941"/>
                      <a:pt x="599" y="3115"/>
                    </a:cubicBezTo>
                    <a:lnTo>
                      <a:pt x="263" y="3293"/>
                    </a:lnTo>
                    <a:cubicBezTo>
                      <a:pt x="374" y="3503"/>
                      <a:pt x="517" y="3693"/>
                      <a:pt x="687" y="3857"/>
                    </a:cubicBezTo>
                    <a:lnTo>
                      <a:pt x="951" y="3585"/>
                    </a:lnTo>
                    <a:cubicBezTo>
                      <a:pt x="1089" y="3718"/>
                      <a:pt x="1249" y="3833"/>
                      <a:pt x="1430" y="3922"/>
                    </a:cubicBezTo>
                    <a:cubicBezTo>
                      <a:pt x="1431" y="3922"/>
                      <a:pt x="1431" y="3922"/>
                      <a:pt x="1432" y="3923"/>
                    </a:cubicBezTo>
                    <a:lnTo>
                      <a:pt x="1265" y="4263"/>
                    </a:lnTo>
                    <a:cubicBezTo>
                      <a:pt x="1479" y="4367"/>
                      <a:pt x="1705" y="4438"/>
                      <a:pt x="1939" y="4471"/>
                    </a:cubicBezTo>
                    <a:lnTo>
                      <a:pt x="1993" y="4095"/>
                    </a:lnTo>
                    <a:cubicBezTo>
                      <a:pt x="2190" y="4123"/>
                      <a:pt x="2388" y="4119"/>
                      <a:pt x="2580" y="4085"/>
                    </a:cubicBezTo>
                    <a:lnTo>
                      <a:pt x="2645" y="4460"/>
                    </a:lnTo>
                    <a:cubicBezTo>
                      <a:pt x="2879" y="4419"/>
                      <a:pt x="3103" y="4342"/>
                      <a:pt x="3313" y="4231"/>
                    </a:cubicBezTo>
                    <a:lnTo>
                      <a:pt x="3135" y="3895"/>
                    </a:lnTo>
                    <a:cubicBezTo>
                      <a:pt x="3308" y="3804"/>
                      <a:pt x="3467" y="3686"/>
                      <a:pt x="3606" y="3544"/>
                    </a:cubicBezTo>
                    <a:lnTo>
                      <a:pt x="3878" y="3808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5" name="Google Shape;1305;p38">
                <a:extLst>
                  <a:ext uri="{FF2B5EF4-FFF2-40B4-BE49-F238E27FC236}">
                    <a16:creationId xmlns:a16="http://schemas.microsoft.com/office/drawing/2014/main" id="{39CAE51A-6A9D-2C8E-A4F8-023984635D4B}"/>
                  </a:ext>
                </a:extLst>
              </p:cNvPr>
              <p:cNvSpPr/>
              <p:nvPr/>
            </p:nvSpPr>
            <p:spPr>
              <a:xfrm>
                <a:off x="7738935" y="1754149"/>
                <a:ext cx="465034" cy="460502"/>
              </a:xfrm>
              <a:custGeom>
                <a:avLst/>
                <a:gdLst/>
                <a:ahLst/>
                <a:cxnLst/>
                <a:rect l="l" t="t" r="r" b="b"/>
                <a:pathLst>
                  <a:path w="4515" h="4471" extrusionOk="0">
                    <a:moveTo>
                      <a:pt x="1821" y="3126"/>
                    </a:moveTo>
                    <a:cubicBezTo>
                      <a:pt x="1330" y="2885"/>
                      <a:pt x="1126" y="2290"/>
                      <a:pt x="1367" y="1799"/>
                    </a:cubicBezTo>
                    <a:cubicBezTo>
                      <a:pt x="1608" y="1308"/>
                      <a:pt x="2204" y="1105"/>
                      <a:pt x="2695" y="1345"/>
                    </a:cubicBezTo>
                    <a:cubicBezTo>
                      <a:pt x="3186" y="1587"/>
                      <a:pt x="3389" y="2182"/>
                      <a:pt x="3148" y="2673"/>
                    </a:cubicBezTo>
                    <a:cubicBezTo>
                      <a:pt x="2907" y="3164"/>
                      <a:pt x="2312" y="3367"/>
                      <a:pt x="1821" y="3126"/>
                    </a:cubicBezTo>
                    <a:moveTo>
                      <a:pt x="3878" y="3808"/>
                    </a:moveTo>
                    <a:cubicBezTo>
                      <a:pt x="4043" y="3638"/>
                      <a:pt x="4179" y="3444"/>
                      <a:pt x="4284" y="3230"/>
                    </a:cubicBezTo>
                    <a:lnTo>
                      <a:pt x="4287" y="3225"/>
                    </a:lnTo>
                    <a:lnTo>
                      <a:pt x="3946" y="3058"/>
                    </a:lnTo>
                    <a:cubicBezTo>
                      <a:pt x="4035" y="2876"/>
                      <a:pt x="4091" y="2687"/>
                      <a:pt x="4118" y="2496"/>
                    </a:cubicBezTo>
                    <a:lnTo>
                      <a:pt x="4494" y="2549"/>
                    </a:lnTo>
                    <a:cubicBezTo>
                      <a:pt x="4526" y="2315"/>
                      <a:pt x="4522" y="2077"/>
                      <a:pt x="4481" y="1843"/>
                    </a:cubicBezTo>
                    <a:lnTo>
                      <a:pt x="4106" y="1909"/>
                    </a:lnTo>
                    <a:cubicBezTo>
                      <a:pt x="4072" y="1716"/>
                      <a:pt x="4007" y="1528"/>
                      <a:pt x="3915" y="1354"/>
                    </a:cubicBezTo>
                    <a:lnTo>
                      <a:pt x="4251" y="1176"/>
                    </a:lnTo>
                    <a:cubicBezTo>
                      <a:pt x="4139" y="966"/>
                      <a:pt x="3996" y="776"/>
                      <a:pt x="3826" y="612"/>
                    </a:cubicBezTo>
                    <a:lnTo>
                      <a:pt x="3562" y="885"/>
                    </a:lnTo>
                    <a:cubicBezTo>
                      <a:pt x="3425" y="752"/>
                      <a:pt x="3266" y="638"/>
                      <a:pt x="3085" y="550"/>
                    </a:cubicBezTo>
                    <a:cubicBezTo>
                      <a:pt x="3084" y="549"/>
                      <a:pt x="3083" y="549"/>
                      <a:pt x="3081" y="548"/>
                    </a:cubicBezTo>
                    <a:lnTo>
                      <a:pt x="3248" y="207"/>
                    </a:lnTo>
                    <a:cubicBezTo>
                      <a:pt x="3034" y="103"/>
                      <a:pt x="2807" y="33"/>
                      <a:pt x="2573" y="0"/>
                    </a:cubicBezTo>
                    <a:lnTo>
                      <a:pt x="2520" y="376"/>
                    </a:lnTo>
                    <a:cubicBezTo>
                      <a:pt x="2323" y="349"/>
                      <a:pt x="2125" y="353"/>
                      <a:pt x="1933" y="387"/>
                    </a:cubicBezTo>
                    <a:lnTo>
                      <a:pt x="1867" y="13"/>
                    </a:lnTo>
                    <a:cubicBezTo>
                      <a:pt x="1633" y="54"/>
                      <a:pt x="1409" y="131"/>
                      <a:pt x="1200" y="242"/>
                    </a:cubicBezTo>
                    <a:lnTo>
                      <a:pt x="1378" y="578"/>
                    </a:lnTo>
                    <a:cubicBezTo>
                      <a:pt x="1205" y="669"/>
                      <a:pt x="1046" y="787"/>
                      <a:pt x="908" y="930"/>
                    </a:cubicBezTo>
                    <a:lnTo>
                      <a:pt x="635" y="666"/>
                    </a:lnTo>
                    <a:cubicBezTo>
                      <a:pt x="472" y="835"/>
                      <a:pt x="336" y="1029"/>
                      <a:pt x="232" y="1241"/>
                    </a:cubicBezTo>
                    <a:lnTo>
                      <a:pt x="230" y="1244"/>
                    </a:lnTo>
                    <a:lnTo>
                      <a:pt x="571" y="1409"/>
                    </a:lnTo>
                    <a:cubicBezTo>
                      <a:pt x="482" y="1592"/>
                      <a:pt x="425" y="1782"/>
                      <a:pt x="398" y="1972"/>
                    </a:cubicBezTo>
                    <a:lnTo>
                      <a:pt x="23" y="1919"/>
                    </a:lnTo>
                    <a:cubicBezTo>
                      <a:pt x="-11" y="2153"/>
                      <a:pt x="-7" y="2391"/>
                      <a:pt x="35" y="2625"/>
                    </a:cubicBezTo>
                    <a:lnTo>
                      <a:pt x="409" y="2559"/>
                    </a:lnTo>
                    <a:cubicBezTo>
                      <a:pt x="443" y="2753"/>
                      <a:pt x="507" y="2941"/>
                      <a:pt x="599" y="3115"/>
                    </a:cubicBezTo>
                    <a:lnTo>
                      <a:pt x="263" y="3293"/>
                    </a:lnTo>
                    <a:cubicBezTo>
                      <a:pt x="374" y="3503"/>
                      <a:pt x="517" y="3693"/>
                      <a:pt x="687" y="3857"/>
                    </a:cubicBezTo>
                    <a:lnTo>
                      <a:pt x="951" y="3585"/>
                    </a:lnTo>
                    <a:cubicBezTo>
                      <a:pt x="1089" y="3718"/>
                      <a:pt x="1249" y="3833"/>
                      <a:pt x="1430" y="3922"/>
                    </a:cubicBezTo>
                    <a:cubicBezTo>
                      <a:pt x="1431" y="3922"/>
                      <a:pt x="1431" y="3922"/>
                      <a:pt x="1432" y="3923"/>
                    </a:cubicBezTo>
                    <a:lnTo>
                      <a:pt x="1265" y="4263"/>
                    </a:lnTo>
                    <a:cubicBezTo>
                      <a:pt x="1479" y="4367"/>
                      <a:pt x="1705" y="4438"/>
                      <a:pt x="1939" y="4471"/>
                    </a:cubicBezTo>
                    <a:lnTo>
                      <a:pt x="1993" y="4095"/>
                    </a:lnTo>
                    <a:cubicBezTo>
                      <a:pt x="2190" y="4123"/>
                      <a:pt x="2388" y="4119"/>
                      <a:pt x="2580" y="4085"/>
                    </a:cubicBezTo>
                    <a:lnTo>
                      <a:pt x="2645" y="4460"/>
                    </a:lnTo>
                    <a:cubicBezTo>
                      <a:pt x="2879" y="4419"/>
                      <a:pt x="3103" y="4342"/>
                      <a:pt x="3313" y="4231"/>
                    </a:cubicBezTo>
                    <a:lnTo>
                      <a:pt x="3135" y="3895"/>
                    </a:lnTo>
                    <a:cubicBezTo>
                      <a:pt x="3308" y="3804"/>
                      <a:pt x="3467" y="3686"/>
                      <a:pt x="3606" y="3544"/>
                    </a:cubicBezTo>
                    <a:lnTo>
                      <a:pt x="3878" y="3808"/>
                    </a:ln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7" name="Google Shape;1307;p38">
              <a:extLst>
                <a:ext uri="{FF2B5EF4-FFF2-40B4-BE49-F238E27FC236}">
                  <a16:creationId xmlns:a16="http://schemas.microsoft.com/office/drawing/2014/main" id="{1589C567-A1FE-1A30-C442-8283174BF640}"/>
                </a:ext>
              </a:extLst>
            </p:cNvPr>
            <p:cNvGrpSpPr/>
            <p:nvPr/>
          </p:nvGrpSpPr>
          <p:grpSpPr>
            <a:xfrm flipH="1">
              <a:off x="896391" y="927926"/>
              <a:ext cx="1212401" cy="1240945"/>
              <a:chOff x="8264880" y="1119240"/>
              <a:chExt cx="1865520" cy="1909440"/>
            </a:xfrm>
          </p:grpSpPr>
          <p:sp>
            <p:nvSpPr>
              <p:cNvPr id="1308" name="Google Shape;1308;p38">
                <a:extLst>
                  <a:ext uri="{FF2B5EF4-FFF2-40B4-BE49-F238E27FC236}">
                    <a16:creationId xmlns:a16="http://schemas.microsoft.com/office/drawing/2014/main" id="{71D7BA00-ADDA-CA2C-8280-35A90FBE2895}"/>
                  </a:ext>
                </a:extLst>
              </p:cNvPr>
              <p:cNvSpPr/>
              <p:nvPr/>
            </p:nvSpPr>
            <p:spPr>
              <a:xfrm>
                <a:off x="9336240" y="2202840"/>
                <a:ext cx="190080" cy="199080"/>
              </a:xfrm>
              <a:custGeom>
                <a:avLst/>
                <a:gdLst/>
                <a:ahLst/>
                <a:cxnLst/>
                <a:rect l="l" t="t" r="r" b="b"/>
                <a:pathLst>
                  <a:path w="528" h="553" extrusionOk="0">
                    <a:moveTo>
                      <a:pt x="0" y="0"/>
                    </a:moveTo>
                    <a:lnTo>
                      <a:pt x="528" y="55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9" name="Google Shape;1309;p38">
                <a:extLst>
                  <a:ext uri="{FF2B5EF4-FFF2-40B4-BE49-F238E27FC236}">
                    <a16:creationId xmlns:a16="http://schemas.microsoft.com/office/drawing/2014/main" id="{DBF80C49-F3D2-DF74-3B6A-4A3737A46258}"/>
                  </a:ext>
                </a:extLst>
              </p:cNvPr>
              <p:cNvSpPr/>
              <p:nvPr/>
            </p:nvSpPr>
            <p:spPr>
              <a:xfrm>
                <a:off x="9298800" y="2167200"/>
                <a:ext cx="264960" cy="270360"/>
              </a:xfrm>
              <a:custGeom>
                <a:avLst/>
                <a:gdLst/>
                <a:ahLst/>
                <a:cxnLst/>
                <a:rect l="l" t="t" r="r" b="b"/>
                <a:pathLst>
                  <a:path w="736" h="751" extrusionOk="0">
                    <a:moveTo>
                      <a:pt x="527" y="751"/>
                    </a:moveTo>
                    <a:lnTo>
                      <a:pt x="736" y="553"/>
                    </a:lnTo>
                    <a:lnTo>
                      <a:pt x="208" y="0"/>
                    </a:lnTo>
                    <a:lnTo>
                      <a:pt x="0" y="198"/>
                    </a:lnTo>
                    <a:lnTo>
                      <a:pt x="527" y="751"/>
                    </a:ln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0" name="Google Shape;1310;p38">
                <a:extLst>
                  <a:ext uri="{FF2B5EF4-FFF2-40B4-BE49-F238E27FC236}">
                    <a16:creationId xmlns:a16="http://schemas.microsoft.com/office/drawing/2014/main" id="{BF0B81CB-A4CF-7CAD-9C53-F39440559E6E}"/>
                  </a:ext>
                </a:extLst>
              </p:cNvPr>
              <p:cNvSpPr/>
              <p:nvPr/>
            </p:nvSpPr>
            <p:spPr>
              <a:xfrm>
                <a:off x="9428400" y="2303640"/>
                <a:ext cx="702000" cy="72504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2014" extrusionOk="0">
                    <a:moveTo>
                      <a:pt x="1950" y="1606"/>
                    </a:moveTo>
                    <a:cubicBezTo>
                      <a:pt x="1950" y="1660"/>
                      <a:pt x="1930" y="1713"/>
                      <a:pt x="1889" y="1752"/>
                    </a:cubicBezTo>
                    <a:lnTo>
                      <a:pt x="1747" y="1887"/>
                    </a:lnTo>
                    <a:lnTo>
                      <a:pt x="1671" y="1959"/>
                    </a:lnTo>
                    <a:cubicBezTo>
                      <a:pt x="1591" y="2036"/>
                      <a:pt x="1460" y="2030"/>
                      <a:pt x="1380" y="1946"/>
                    </a:cubicBezTo>
                    <a:lnTo>
                      <a:pt x="0" y="499"/>
                    </a:lnTo>
                    <a:lnTo>
                      <a:pt x="1" y="207"/>
                    </a:lnTo>
                    <a:lnTo>
                      <a:pt x="72" y="139"/>
                    </a:lnTo>
                    <a:lnTo>
                      <a:pt x="72" y="139"/>
                    </a:lnTo>
                    <a:lnTo>
                      <a:pt x="218" y="0"/>
                    </a:lnTo>
                    <a:lnTo>
                      <a:pt x="510" y="13"/>
                    </a:lnTo>
                    <a:lnTo>
                      <a:pt x="1890" y="1461"/>
                    </a:lnTo>
                    <a:cubicBezTo>
                      <a:pt x="1929" y="1501"/>
                      <a:pt x="1949" y="1554"/>
                      <a:pt x="1950" y="1606"/>
                    </a:cubicBez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1" name="Google Shape;1311;p38">
                <a:extLst>
                  <a:ext uri="{FF2B5EF4-FFF2-40B4-BE49-F238E27FC236}">
                    <a16:creationId xmlns:a16="http://schemas.microsoft.com/office/drawing/2014/main" id="{58CE19E9-15CA-CC7D-EDCC-5E0DA7E2827A}"/>
                  </a:ext>
                </a:extLst>
              </p:cNvPr>
              <p:cNvSpPr/>
              <p:nvPr/>
            </p:nvSpPr>
            <p:spPr>
              <a:xfrm>
                <a:off x="9428400" y="2483280"/>
                <a:ext cx="702000" cy="545400"/>
              </a:xfrm>
              <a:custGeom>
                <a:avLst/>
                <a:gdLst/>
                <a:ahLst/>
                <a:cxnLst/>
                <a:rect l="l" t="t" r="r" b="b"/>
                <a:pathLst>
                  <a:path w="1950" h="1515" extrusionOk="0">
                    <a:moveTo>
                      <a:pt x="1950" y="1107"/>
                    </a:moveTo>
                    <a:cubicBezTo>
                      <a:pt x="1950" y="1161"/>
                      <a:pt x="1930" y="1214"/>
                      <a:pt x="1889" y="1253"/>
                    </a:cubicBezTo>
                    <a:lnTo>
                      <a:pt x="1747" y="1388"/>
                    </a:lnTo>
                    <a:lnTo>
                      <a:pt x="1671" y="1460"/>
                    </a:lnTo>
                    <a:cubicBezTo>
                      <a:pt x="1591" y="1537"/>
                      <a:pt x="1460" y="1531"/>
                      <a:pt x="1380" y="1447"/>
                    </a:cubicBezTo>
                    <a:lnTo>
                      <a:pt x="0" y="0"/>
                    </a:lnTo>
                    <a:lnTo>
                      <a:pt x="1950" y="110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38">
                <a:extLst>
                  <a:ext uri="{FF2B5EF4-FFF2-40B4-BE49-F238E27FC236}">
                    <a16:creationId xmlns:a16="http://schemas.microsoft.com/office/drawing/2014/main" id="{F759294B-D7D8-AACA-D304-CF34D5A8E2D8}"/>
                  </a:ext>
                </a:extLst>
              </p:cNvPr>
              <p:cNvSpPr/>
              <p:nvPr/>
            </p:nvSpPr>
            <p:spPr>
              <a:xfrm>
                <a:off x="8338680" y="1193040"/>
                <a:ext cx="1150920" cy="1151280"/>
              </a:xfrm>
              <a:custGeom>
                <a:avLst/>
                <a:gdLst/>
                <a:ahLst/>
                <a:cxnLst/>
                <a:rect l="l" t="t" r="r" b="b"/>
                <a:pathLst>
                  <a:path w="3197" h="3198" extrusionOk="0">
                    <a:moveTo>
                      <a:pt x="3197" y="1599"/>
                    </a:moveTo>
                    <a:cubicBezTo>
                      <a:pt x="3197" y="2404"/>
                      <a:pt x="2602" y="3070"/>
                      <a:pt x="1828" y="3181"/>
                    </a:cubicBezTo>
                    <a:cubicBezTo>
                      <a:pt x="1754" y="3192"/>
                      <a:pt x="1677" y="3198"/>
                      <a:pt x="1599" y="3198"/>
                    </a:cubicBezTo>
                    <a:cubicBezTo>
                      <a:pt x="1278" y="3198"/>
                      <a:pt x="979" y="3103"/>
                      <a:pt x="729" y="2940"/>
                    </a:cubicBezTo>
                    <a:cubicBezTo>
                      <a:pt x="622" y="2871"/>
                      <a:pt x="524" y="2789"/>
                      <a:pt x="437" y="2698"/>
                    </a:cubicBezTo>
                    <a:cubicBezTo>
                      <a:pt x="306" y="2558"/>
                      <a:pt x="198" y="2396"/>
                      <a:pt x="124" y="2216"/>
                    </a:cubicBezTo>
                    <a:cubicBezTo>
                      <a:pt x="44" y="2026"/>
                      <a:pt x="0" y="1818"/>
                      <a:pt x="0" y="1599"/>
                    </a:cubicBezTo>
                    <a:cubicBezTo>
                      <a:pt x="0" y="725"/>
                      <a:pt x="702" y="14"/>
                      <a:pt x="1573" y="1"/>
                    </a:cubicBezTo>
                    <a:cubicBezTo>
                      <a:pt x="1581" y="0"/>
                      <a:pt x="1590" y="0"/>
                      <a:pt x="1599" y="0"/>
                    </a:cubicBezTo>
                    <a:cubicBezTo>
                      <a:pt x="1789" y="0"/>
                      <a:pt x="1971" y="34"/>
                      <a:pt x="2140" y="94"/>
                    </a:cubicBezTo>
                    <a:cubicBezTo>
                      <a:pt x="2261" y="138"/>
                      <a:pt x="2374" y="195"/>
                      <a:pt x="2479" y="264"/>
                    </a:cubicBezTo>
                    <a:cubicBezTo>
                      <a:pt x="2798" y="475"/>
                      <a:pt x="3037" y="797"/>
                      <a:pt x="3141" y="1175"/>
                    </a:cubicBezTo>
                    <a:cubicBezTo>
                      <a:pt x="3178" y="1310"/>
                      <a:pt x="3197" y="1452"/>
                      <a:pt x="3197" y="1599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3" name="Google Shape;1313;p38">
                <a:extLst>
                  <a:ext uri="{FF2B5EF4-FFF2-40B4-BE49-F238E27FC236}">
                    <a16:creationId xmlns:a16="http://schemas.microsoft.com/office/drawing/2014/main" id="{40672A78-CC91-165D-AE45-FB908211452E}"/>
                  </a:ext>
                </a:extLst>
              </p:cNvPr>
              <p:cNvSpPr/>
              <p:nvPr/>
            </p:nvSpPr>
            <p:spPr>
              <a:xfrm>
                <a:off x="8264880" y="1119240"/>
                <a:ext cx="1298880" cy="1298520"/>
              </a:xfrm>
              <a:custGeom>
                <a:avLst/>
                <a:gdLst/>
                <a:ahLst/>
                <a:cxnLst/>
                <a:rect l="l" t="t" r="r" b="b"/>
                <a:pathLst>
                  <a:path w="3608" h="3607" extrusionOk="0">
                    <a:moveTo>
                      <a:pt x="3152" y="2387"/>
                    </a:moveTo>
                    <a:cubicBezTo>
                      <a:pt x="2830" y="3130"/>
                      <a:pt x="1964" y="3473"/>
                      <a:pt x="1221" y="3152"/>
                    </a:cubicBezTo>
                    <a:cubicBezTo>
                      <a:pt x="478" y="2830"/>
                      <a:pt x="135" y="1964"/>
                      <a:pt x="456" y="1221"/>
                    </a:cubicBezTo>
                    <a:cubicBezTo>
                      <a:pt x="778" y="478"/>
                      <a:pt x="1644" y="135"/>
                      <a:pt x="2387" y="456"/>
                    </a:cubicBezTo>
                    <a:cubicBezTo>
                      <a:pt x="3130" y="778"/>
                      <a:pt x="3473" y="1644"/>
                      <a:pt x="3152" y="2387"/>
                    </a:cubicBezTo>
                    <a:moveTo>
                      <a:pt x="1088" y="3459"/>
                    </a:moveTo>
                    <a:cubicBezTo>
                      <a:pt x="2002" y="3854"/>
                      <a:pt x="3063" y="3434"/>
                      <a:pt x="3459" y="2520"/>
                    </a:cubicBezTo>
                    <a:cubicBezTo>
                      <a:pt x="3854" y="1606"/>
                      <a:pt x="3434" y="544"/>
                      <a:pt x="2520" y="149"/>
                    </a:cubicBezTo>
                    <a:cubicBezTo>
                      <a:pt x="1606" y="-246"/>
                      <a:pt x="544" y="174"/>
                      <a:pt x="149" y="1088"/>
                    </a:cubicBezTo>
                    <a:cubicBezTo>
                      <a:pt x="-247" y="2002"/>
                      <a:pt x="174" y="3064"/>
                      <a:pt x="1088" y="3459"/>
                    </a:cubicBezTo>
                    <a:close/>
                  </a:path>
                </a:pathLst>
              </a:custGeom>
              <a:solidFill>
                <a:srgbClr val="FCB100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86399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>
          <a:extLst>
            <a:ext uri="{FF2B5EF4-FFF2-40B4-BE49-F238E27FC236}">
              <a16:creationId xmlns:a16="http://schemas.microsoft.com/office/drawing/2014/main" id="{4BF08121-DAB5-3836-6827-B067E86C9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2DDCED3-4E18-D95E-C2C4-EED5C435E5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578" y="860345"/>
            <a:ext cx="5905500" cy="3714750"/>
          </a:xfrm>
          <a:prstGeom prst="rect">
            <a:avLst/>
          </a:prstGeom>
        </p:spPr>
      </p:pic>
      <p:grpSp>
        <p:nvGrpSpPr>
          <p:cNvPr id="1002" name="Google Shape;1002;p31">
            <a:extLst>
              <a:ext uri="{FF2B5EF4-FFF2-40B4-BE49-F238E27FC236}">
                <a16:creationId xmlns:a16="http://schemas.microsoft.com/office/drawing/2014/main" id="{42E346EB-BF32-CC1A-3266-D49C59FF6162}"/>
              </a:ext>
            </a:extLst>
          </p:cNvPr>
          <p:cNvGrpSpPr/>
          <p:nvPr/>
        </p:nvGrpSpPr>
        <p:grpSpPr>
          <a:xfrm rot="899858">
            <a:off x="4207886" y="4271678"/>
            <a:ext cx="613580" cy="1034852"/>
            <a:chOff x="6814440" y="1026720"/>
            <a:chExt cx="1223280" cy="2063160"/>
          </a:xfrm>
        </p:grpSpPr>
        <p:sp>
          <p:nvSpPr>
            <p:cNvPr id="1003" name="Google Shape;1003;p31">
              <a:extLst>
                <a:ext uri="{FF2B5EF4-FFF2-40B4-BE49-F238E27FC236}">
                  <a16:creationId xmlns:a16="http://schemas.microsoft.com/office/drawing/2014/main" id="{73209711-B404-C350-BED2-CEE90B87229D}"/>
                </a:ext>
              </a:extLst>
            </p:cNvPr>
            <p:cNvSpPr/>
            <p:nvPr/>
          </p:nvSpPr>
          <p:spPr>
            <a:xfrm>
              <a:off x="6814440" y="1026720"/>
              <a:ext cx="1223280" cy="1574640"/>
            </a:xfrm>
            <a:custGeom>
              <a:avLst/>
              <a:gdLst/>
              <a:ahLst/>
              <a:cxnLst/>
              <a:rect l="l" t="t" r="r" b="b"/>
              <a:pathLst>
                <a:path w="3398" h="4374" extrusionOk="0">
                  <a:moveTo>
                    <a:pt x="3398" y="1699"/>
                  </a:moveTo>
                  <a:cubicBezTo>
                    <a:pt x="3398" y="761"/>
                    <a:pt x="2638" y="0"/>
                    <a:pt x="1699" y="0"/>
                  </a:cubicBezTo>
                  <a:cubicBezTo>
                    <a:pt x="761" y="0"/>
                    <a:pt x="0" y="761"/>
                    <a:pt x="0" y="1699"/>
                  </a:cubicBezTo>
                  <a:cubicBezTo>
                    <a:pt x="0" y="2031"/>
                    <a:pt x="95" y="2339"/>
                    <a:pt x="259" y="2600"/>
                  </a:cubicBezTo>
                  <a:lnTo>
                    <a:pt x="258" y="2601"/>
                  </a:lnTo>
                  <a:cubicBezTo>
                    <a:pt x="258" y="2601"/>
                    <a:pt x="267" y="2613"/>
                    <a:pt x="281" y="2635"/>
                  </a:cubicBezTo>
                  <a:cubicBezTo>
                    <a:pt x="286" y="2642"/>
                    <a:pt x="291" y="2650"/>
                    <a:pt x="295" y="2657"/>
                  </a:cubicBezTo>
                  <a:cubicBezTo>
                    <a:pt x="436" y="2870"/>
                    <a:pt x="927" y="3665"/>
                    <a:pt x="927" y="4374"/>
                  </a:cubicBezTo>
                  <a:lnTo>
                    <a:pt x="1467" y="4374"/>
                  </a:lnTo>
                  <a:lnTo>
                    <a:pt x="2034" y="4374"/>
                  </a:lnTo>
                  <a:lnTo>
                    <a:pt x="2473" y="4374"/>
                  </a:lnTo>
                  <a:cubicBezTo>
                    <a:pt x="2473" y="3547"/>
                    <a:pt x="3142" y="2601"/>
                    <a:pt x="3142" y="2601"/>
                  </a:cubicBezTo>
                  <a:lnTo>
                    <a:pt x="3140" y="2600"/>
                  </a:lnTo>
                  <a:cubicBezTo>
                    <a:pt x="3304" y="2339"/>
                    <a:pt x="3398" y="2030"/>
                    <a:pt x="3398" y="1699"/>
                  </a:cubicBezTo>
                  <a:close/>
                </a:path>
              </a:pathLst>
            </a:custGeom>
            <a:solidFill>
              <a:srgbClr val="FCB100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31">
              <a:extLst>
                <a:ext uri="{FF2B5EF4-FFF2-40B4-BE49-F238E27FC236}">
                  <a16:creationId xmlns:a16="http://schemas.microsoft.com/office/drawing/2014/main" id="{E2595E8C-8B3E-E4B9-C89A-F84D777B8573}"/>
                </a:ext>
              </a:extLst>
            </p:cNvPr>
            <p:cNvSpPr/>
            <p:nvPr/>
          </p:nvSpPr>
          <p:spPr>
            <a:xfrm>
              <a:off x="7145280" y="2540880"/>
              <a:ext cx="576720" cy="412560"/>
            </a:xfrm>
            <a:custGeom>
              <a:avLst/>
              <a:gdLst/>
              <a:ahLst/>
              <a:cxnLst/>
              <a:rect l="l" t="t" r="r" b="b"/>
              <a:pathLst>
                <a:path w="1602" h="1146" extrusionOk="0">
                  <a:moveTo>
                    <a:pt x="935" y="0"/>
                  </a:moveTo>
                  <a:lnTo>
                    <a:pt x="667" y="0"/>
                  </a:lnTo>
                  <a:lnTo>
                    <a:pt x="0" y="0"/>
                  </a:lnTo>
                  <a:lnTo>
                    <a:pt x="0" y="794"/>
                  </a:lnTo>
                  <a:lnTo>
                    <a:pt x="427" y="1146"/>
                  </a:lnTo>
                  <a:lnTo>
                    <a:pt x="667" y="1146"/>
                  </a:lnTo>
                  <a:lnTo>
                    <a:pt x="935" y="1146"/>
                  </a:lnTo>
                  <a:lnTo>
                    <a:pt x="1176" y="1146"/>
                  </a:lnTo>
                  <a:lnTo>
                    <a:pt x="1602" y="794"/>
                  </a:lnTo>
                  <a:lnTo>
                    <a:pt x="1602" y="0"/>
                  </a:lnTo>
                  <a:lnTo>
                    <a:pt x="935" y="0"/>
                  </a:lnTo>
                  <a:close/>
                </a:path>
              </a:pathLst>
            </a:custGeom>
            <a:solidFill>
              <a:srgbClr val="3E282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31">
              <a:extLst>
                <a:ext uri="{FF2B5EF4-FFF2-40B4-BE49-F238E27FC236}">
                  <a16:creationId xmlns:a16="http://schemas.microsoft.com/office/drawing/2014/main" id="{41A84EEF-357B-DE71-5C93-88F97AB29B56}"/>
                </a:ext>
              </a:extLst>
            </p:cNvPr>
            <p:cNvSpPr/>
            <p:nvPr/>
          </p:nvSpPr>
          <p:spPr>
            <a:xfrm>
              <a:off x="7115040" y="1859400"/>
              <a:ext cx="583200" cy="661320"/>
            </a:xfrm>
            <a:custGeom>
              <a:avLst/>
              <a:gdLst/>
              <a:ahLst/>
              <a:cxnLst/>
              <a:rect l="l" t="t" r="r" b="b"/>
              <a:pathLst>
                <a:path w="1620" h="1837" extrusionOk="0">
                  <a:moveTo>
                    <a:pt x="1068" y="53"/>
                  </a:moveTo>
                  <a:cubicBezTo>
                    <a:pt x="1066" y="53"/>
                    <a:pt x="1065" y="53"/>
                    <a:pt x="1063" y="53"/>
                  </a:cubicBezTo>
                  <a:cubicBezTo>
                    <a:pt x="1003" y="54"/>
                    <a:pt x="964" y="76"/>
                    <a:pt x="953" y="114"/>
                  </a:cubicBezTo>
                  <a:cubicBezTo>
                    <a:pt x="936" y="173"/>
                    <a:pt x="983" y="255"/>
                    <a:pt x="1062" y="305"/>
                  </a:cubicBezTo>
                  <a:cubicBezTo>
                    <a:pt x="1083" y="319"/>
                    <a:pt x="1104" y="329"/>
                    <a:pt x="1125" y="336"/>
                  </a:cubicBezTo>
                  <a:cubicBezTo>
                    <a:pt x="1164" y="258"/>
                    <a:pt x="1180" y="177"/>
                    <a:pt x="1165" y="122"/>
                  </a:cubicBezTo>
                  <a:cubicBezTo>
                    <a:pt x="1153" y="76"/>
                    <a:pt x="1120" y="53"/>
                    <a:pt x="1068" y="53"/>
                  </a:cubicBezTo>
                  <a:moveTo>
                    <a:pt x="584" y="37"/>
                  </a:moveTo>
                  <a:cubicBezTo>
                    <a:pt x="546" y="37"/>
                    <a:pt x="506" y="55"/>
                    <a:pt x="481" y="86"/>
                  </a:cubicBezTo>
                  <a:cubicBezTo>
                    <a:pt x="432" y="148"/>
                    <a:pt x="446" y="245"/>
                    <a:pt x="518" y="356"/>
                  </a:cubicBezTo>
                  <a:cubicBezTo>
                    <a:pt x="584" y="336"/>
                    <a:pt x="634" y="286"/>
                    <a:pt x="667" y="207"/>
                  </a:cubicBezTo>
                  <a:cubicBezTo>
                    <a:pt x="695" y="134"/>
                    <a:pt x="684" y="77"/>
                    <a:pt x="638" y="50"/>
                  </a:cubicBezTo>
                  <a:cubicBezTo>
                    <a:pt x="622" y="41"/>
                    <a:pt x="603" y="37"/>
                    <a:pt x="584" y="37"/>
                  </a:cubicBezTo>
                  <a:moveTo>
                    <a:pt x="449" y="1837"/>
                  </a:moveTo>
                  <a:lnTo>
                    <a:pt x="0" y="165"/>
                  </a:lnTo>
                  <a:lnTo>
                    <a:pt x="43" y="199"/>
                  </a:lnTo>
                  <a:cubicBezTo>
                    <a:pt x="46" y="201"/>
                    <a:pt x="287" y="388"/>
                    <a:pt x="479" y="364"/>
                  </a:cubicBezTo>
                  <a:cubicBezTo>
                    <a:pt x="375" y="198"/>
                    <a:pt x="422" y="101"/>
                    <a:pt x="452" y="63"/>
                  </a:cubicBezTo>
                  <a:cubicBezTo>
                    <a:pt x="500" y="2"/>
                    <a:pt x="592" y="-18"/>
                    <a:pt x="656" y="18"/>
                  </a:cubicBezTo>
                  <a:cubicBezTo>
                    <a:pt x="719" y="54"/>
                    <a:pt x="736" y="129"/>
                    <a:pt x="702" y="220"/>
                  </a:cubicBezTo>
                  <a:cubicBezTo>
                    <a:pt x="666" y="306"/>
                    <a:pt x="611" y="362"/>
                    <a:pt x="540" y="388"/>
                  </a:cubicBezTo>
                  <a:cubicBezTo>
                    <a:pt x="560" y="415"/>
                    <a:pt x="583" y="443"/>
                    <a:pt x="609" y="472"/>
                  </a:cubicBezTo>
                  <a:cubicBezTo>
                    <a:pt x="738" y="611"/>
                    <a:pt x="859" y="588"/>
                    <a:pt x="938" y="544"/>
                  </a:cubicBezTo>
                  <a:cubicBezTo>
                    <a:pt x="1008" y="505"/>
                    <a:pt x="1067" y="439"/>
                    <a:pt x="1108" y="368"/>
                  </a:cubicBezTo>
                  <a:cubicBezTo>
                    <a:pt x="1078" y="358"/>
                    <a:pt x="1056" y="345"/>
                    <a:pt x="1042" y="336"/>
                  </a:cubicBezTo>
                  <a:cubicBezTo>
                    <a:pt x="948" y="277"/>
                    <a:pt x="896" y="180"/>
                    <a:pt x="917" y="104"/>
                  </a:cubicBezTo>
                  <a:cubicBezTo>
                    <a:pt x="933" y="49"/>
                    <a:pt x="986" y="17"/>
                    <a:pt x="1063" y="16"/>
                  </a:cubicBezTo>
                  <a:cubicBezTo>
                    <a:pt x="1134" y="14"/>
                    <a:pt x="1183" y="49"/>
                    <a:pt x="1201" y="112"/>
                  </a:cubicBezTo>
                  <a:cubicBezTo>
                    <a:pt x="1217" y="174"/>
                    <a:pt x="1202" y="262"/>
                    <a:pt x="1161" y="347"/>
                  </a:cubicBezTo>
                  <a:cubicBezTo>
                    <a:pt x="1344" y="388"/>
                    <a:pt x="1522" y="250"/>
                    <a:pt x="1579" y="200"/>
                  </a:cubicBezTo>
                  <a:lnTo>
                    <a:pt x="1620" y="164"/>
                  </a:lnTo>
                  <a:lnTo>
                    <a:pt x="1286" y="1835"/>
                  </a:lnTo>
                  <a:lnTo>
                    <a:pt x="1250" y="1828"/>
                  </a:lnTo>
                  <a:lnTo>
                    <a:pt x="1563" y="261"/>
                  </a:lnTo>
                  <a:cubicBezTo>
                    <a:pt x="1387" y="398"/>
                    <a:pt x="1240" y="403"/>
                    <a:pt x="1145" y="379"/>
                  </a:cubicBezTo>
                  <a:cubicBezTo>
                    <a:pt x="1100" y="459"/>
                    <a:pt x="1035" y="533"/>
                    <a:pt x="956" y="577"/>
                  </a:cubicBezTo>
                  <a:cubicBezTo>
                    <a:pt x="828" y="648"/>
                    <a:pt x="695" y="619"/>
                    <a:pt x="582" y="497"/>
                  </a:cubicBezTo>
                  <a:cubicBezTo>
                    <a:pt x="550" y="462"/>
                    <a:pt x="523" y="429"/>
                    <a:pt x="501" y="398"/>
                  </a:cubicBezTo>
                  <a:cubicBezTo>
                    <a:pt x="339" y="429"/>
                    <a:pt x="147" y="316"/>
                    <a:pt x="63" y="259"/>
                  </a:cubicBezTo>
                  <a:lnTo>
                    <a:pt x="485" y="1827"/>
                  </a:lnTo>
                  <a:lnTo>
                    <a:pt x="449" y="1837"/>
                  </a:lnTo>
                  <a:close/>
                </a:path>
              </a:pathLst>
            </a:custGeom>
            <a:solidFill>
              <a:srgbClr val="3E282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31">
              <a:extLst>
                <a:ext uri="{FF2B5EF4-FFF2-40B4-BE49-F238E27FC236}">
                  <a16:creationId xmlns:a16="http://schemas.microsoft.com/office/drawing/2014/main" id="{A2BD27F5-FBA9-F3BE-39E3-E0643DC00E7F}"/>
                </a:ext>
              </a:extLst>
            </p:cNvPr>
            <p:cNvSpPr/>
            <p:nvPr/>
          </p:nvSpPr>
          <p:spPr>
            <a:xfrm>
              <a:off x="7079040" y="2500560"/>
              <a:ext cx="709560" cy="73800"/>
            </a:xfrm>
            <a:custGeom>
              <a:avLst/>
              <a:gdLst/>
              <a:ahLst/>
              <a:cxnLst/>
              <a:rect l="l" t="t" r="r" b="b"/>
              <a:pathLst>
                <a:path w="1971" h="205" extrusionOk="0">
                  <a:moveTo>
                    <a:pt x="1861" y="0"/>
                  </a:moveTo>
                  <a:lnTo>
                    <a:pt x="110" y="0"/>
                  </a:lnTo>
                  <a:cubicBezTo>
                    <a:pt x="49" y="0"/>
                    <a:pt x="0" y="46"/>
                    <a:pt x="0" y="102"/>
                  </a:cubicBezTo>
                  <a:cubicBezTo>
                    <a:pt x="0" y="159"/>
                    <a:pt x="49" y="205"/>
                    <a:pt x="110" y="205"/>
                  </a:cubicBezTo>
                  <a:lnTo>
                    <a:pt x="1861" y="205"/>
                  </a:lnTo>
                  <a:cubicBezTo>
                    <a:pt x="1922" y="205"/>
                    <a:pt x="1971" y="159"/>
                    <a:pt x="1971" y="102"/>
                  </a:cubicBezTo>
                  <a:cubicBezTo>
                    <a:pt x="1971" y="46"/>
                    <a:pt x="1922" y="0"/>
                    <a:pt x="1861" y="0"/>
                  </a:cubicBezTo>
                  <a:close/>
                </a:path>
              </a:pathLst>
            </a:custGeom>
            <a:solidFill>
              <a:srgbClr val="00909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28800" rIns="90000" bIns="288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31">
              <a:extLst>
                <a:ext uri="{FF2B5EF4-FFF2-40B4-BE49-F238E27FC236}">
                  <a16:creationId xmlns:a16="http://schemas.microsoft.com/office/drawing/2014/main" id="{7B22C1CA-187E-6B06-67EF-64DB4B04D0A2}"/>
                </a:ext>
              </a:extLst>
            </p:cNvPr>
            <p:cNvSpPr/>
            <p:nvPr/>
          </p:nvSpPr>
          <p:spPr>
            <a:xfrm>
              <a:off x="7079040" y="2613600"/>
              <a:ext cx="709560" cy="73440"/>
            </a:xfrm>
            <a:custGeom>
              <a:avLst/>
              <a:gdLst/>
              <a:ahLst/>
              <a:cxnLst/>
              <a:rect l="l" t="t" r="r" b="b"/>
              <a:pathLst>
                <a:path w="1971" h="204" extrusionOk="0">
                  <a:moveTo>
                    <a:pt x="1861" y="0"/>
                  </a:moveTo>
                  <a:lnTo>
                    <a:pt x="110" y="0"/>
                  </a:lnTo>
                  <a:cubicBezTo>
                    <a:pt x="49" y="0"/>
                    <a:pt x="0" y="46"/>
                    <a:pt x="0" y="102"/>
                  </a:cubicBezTo>
                  <a:cubicBezTo>
                    <a:pt x="0" y="159"/>
                    <a:pt x="49" y="204"/>
                    <a:pt x="110" y="204"/>
                  </a:cubicBezTo>
                  <a:lnTo>
                    <a:pt x="1861" y="204"/>
                  </a:lnTo>
                  <a:cubicBezTo>
                    <a:pt x="1922" y="204"/>
                    <a:pt x="1971" y="159"/>
                    <a:pt x="1971" y="102"/>
                  </a:cubicBezTo>
                  <a:cubicBezTo>
                    <a:pt x="1971" y="46"/>
                    <a:pt x="1922" y="0"/>
                    <a:pt x="1861" y="0"/>
                  </a:cubicBezTo>
                  <a:close/>
                </a:path>
              </a:pathLst>
            </a:custGeom>
            <a:solidFill>
              <a:srgbClr val="00909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28425" rIns="90000" bIns="28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31">
              <a:extLst>
                <a:ext uri="{FF2B5EF4-FFF2-40B4-BE49-F238E27FC236}">
                  <a16:creationId xmlns:a16="http://schemas.microsoft.com/office/drawing/2014/main" id="{417A4BC8-4CDA-D077-96E2-B69F55345B33}"/>
                </a:ext>
              </a:extLst>
            </p:cNvPr>
            <p:cNvSpPr/>
            <p:nvPr/>
          </p:nvSpPr>
          <p:spPr>
            <a:xfrm>
              <a:off x="7079040" y="2726640"/>
              <a:ext cx="709560" cy="73440"/>
            </a:xfrm>
            <a:custGeom>
              <a:avLst/>
              <a:gdLst/>
              <a:ahLst/>
              <a:cxnLst/>
              <a:rect l="l" t="t" r="r" b="b"/>
              <a:pathLst>
                <a:path w="1971" h="204" extrusionOk="0">
                  <a:moveTo>
                    <a:pt x="1861" y="0"/>
                  </a:moveTo>
                  <a:lnTo>
                    <a:pt x="110" y="0"/>
                  </a:lnTo>
                  <a:cubicBezTo>
                    <a:pt x="49" y="0"/>
                    <a:pt x="0" y="45"/>
                    <a:pt x="0" y="102"/>
                  </a:cubicBezTo>
                  <a:cubicBezTo>
                    <a:pt x="0" y="158"/>
                    <a:pt x="49" y="204"/>
                    <a:pt x="110" y="204"/>
                  </a:cubicBezTo>
                  <a:lnTo>
                    <a:pt x="1861" y="204"/>
                  </a:lnTo>
                  <a:cubicBezTo>
                    <a:pt x="1922" y="204"/>
                    <a:pt x="1971" y="158"/>
                    <a:pt x="1971" y="102"/>
                  </a:cubicBezTo>
                  <a:cubicBezTo>
                    <a:pt x="1971" y="45"/>
                    <a:pt x="1922" y="0"/>
                    <a:pt x="1861" y="0"/>
                  </a:cubicBezTo>
                  <a:close/>
                </a:path>
              </a:pathLst>
            </a:custGeom>
            <a:solidFill>
              <a:srgbClr val="00909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28425" rIns="90000" bIns="28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31">
              <a:extLst>
                <a:ext uri="{FF2B5EF4-FFF2-40B4-BE49-F238E27FC236}">
                  <a16:creationId xmlns:a16="http://schemas.microsoft.com/office/drawing/2014/main" id="{5C0E02C7-679C-4B41-8872-EB7202CF3633}"/>
                </a:ext>
              </a:extLst>
            </p:cNvPr>
            <p:cNvSpPr/>
            <p:nvPr/>
          </p:nvSpPr>
          <p:spPr>
            <a:xfrm>
              <a:off x="7299000" y="2953440"/>
              <a:ext cx="269280" cy="136440"/>
            </a:xfrm>
            <a:custGeom>
              <a:avLst/>
              <a:gdLst/>
              <a:ahLst/>
              <a:cxnLst/>
              <a:rect l="l" t="t" r="r" b="b"/>
              <a:pathLst>
                <a:path w="748" h="379" extrusionOk="0">
                  <a:moveTo>
                    <a:pt x="0" y="0"/>
                  </a:moveTo>
                  <a:lnTo>
                    <a:pt x="0" y="5"/>
                  </a:lnTo>
                  <a:cubicBezTo>
                    <a:pt x="0" y="211"/>
                    <a:pt x="168" y="379"/>
                    <a:pt x="374" y="379"/>
                  </a:cubicBezTo>
                  <a:cubicBezTo>
                    <a:pt x="581" y="379"/>
                    <a:pt x="748" y="211"/>
                    <a:pt x="748" y="5"/>
                  </a:cubicBezTo>
                  <a:lnTo>
                    <a:pt x="7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096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7288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D95C2564-D386-0E22-FD62-C0BAA82B2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0B1BD57-910E-9350-B348-6D1DBB0B3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522" y="1572077"/>
            <a:ext cx="5772956" cy="3048425"/>
          </a:xfrm>
          <a:prstGeom prst="rect">
            <a:avLst/>
          </a:prstGeom>
          <a:ln w="38100">
            <a:solidFill>
              <a:srgbClr val="008F95"/>
            </a:solidFill>
          </a:ln>
        </p:spPr>
      </p:pic>
    </p:spTree>
    <p:extLst>
      <p:ext uri="{BB962C8B-B14F-4D97-AF65-F5344CB8AC3E}">
        <p14:creationId xmlns:p14="http://schemas.microsoft.com/office/powerpoint/2010/main" val="1326404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39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Преимущества</a:t>
            </a:r>
            <a:endParaRPr dirty="0"/>
          </a:p>
        </p:txBody>
      </p:sp>
      <p:sp>
        <p:nvSpPr>
          <p:cNvPr id="1320" name="Google Shape;1320;p39"/>
          <p:cNvSpPr txBox="1"/>
          <p:nvPr/>
        </p:nvSpPr>
        <p:spPr>
          <a:xfrm>
            <a:off x="896400" y="2982775"/>
            <a:ext cx="2118900" cy="5727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rPr>
              <a:t>Мощность и гибкость</a:t>
            </a:r>
            <a:endParaRPr sz="1800" b="1" dirty="0">
              <a:solidFill>
                <a:schemeClr val="dk1"/>
              </a:solidFill>
              <a:latin typeface="Days One"/>
              <a:ea typeface="Days One"/>
              <a:cs typeface="Days One"/>
              <a:sym typeface="Days One"/>
            </a:endParaRPr>
          </a:p>
        </p:txBody>
      </p:sp>
      <p:sp>
        <p:nvSpPr>
          <p:cNvPr id="1321" name="Google Shape;1321;p39"/>
          <p:cNvSpPr txBox="1"/>
          <p:nvPr/>
        </p:nvSpPr>
        <p:spPr>
          <a:xfrm>
            <a:off x="3512900" y="2982775"/>
            <a:ext cx="2118900" cy="5727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rPr>
              <a:t>Улучшение свойств</a:t>
            </a:r>
            <a:endParaRPr sz="1800" b="1" dirty="0">
              <a:solidFill>
                <a:schemeClr val="dk1"/>
              </a:solidFill>
              <a:latin typeface="Days One"/>
              <a:ea typeface="Days One"/>
              <a:cs typeface="Days One"/>
              <a:sym typeface="Days One"/>
            </a:endParaRPr>
          </a:p>
        </p:txBody>
      </p:sp>
      <p:sp>
        <p:nvSpPr>
          <p:cNvPr id="1322" name="Google Shape;1322;p39"/>
          <p:cNvSpPr txBox="1"/>
          <p:nvPr/>
        </p:nvSpPr>
        <p:spPr>
          <a:xfrm>
            <a:off x="6129525" y="2982775"/>
            <a:ext cx="2118900" cy="5727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 err="1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rPr>
              <a:t>Автоподбор</a:t>
            </a:r>
            <a:endParaRPr sz="1800" b="1" dirty="0">
              <a:solidFill>
                <a:schemeClr val="dk1"/>
              </a:solidFill>
              <a:latin typeface="Days One"/>
              <a:ea typeface="Days One"/>
              <a:cs typeface="Days One"/>
              <a:sym typeface="Days One"/>
            </a:endParaRPr>
          </a:p>
        </p:txBody>
      </p:sp>
      <p:sp>
        <p:nvSpPr>
          <p:cNvPr id="1376" name="Google Shape;1376;p39"/>
          <p:cNvSpPr/>
          <p:nvPr/>
        </p:nvSpPr>
        <p:spPr>
          <a:xfrm>
            <a:off x="113525" y="1005538"/>
            <a:ext cx="731396" cy="724280"/>
          </a:xfrm>
          <a:custGeom>
            <a:avLst/>
            <a:gdLst/>
            <a:ahLst/>
            <a:cxnLst/>
            <a:rect l="l" t="t" r="r" b="b"/>
            <a:pathLst>
              <a:path w="4515" h="4471" extrusionOk="0">
                <a:moveTo>
                  <a:pt x="1821" y="3126"/>
                </a:moveTo>
                <a:cubicBezTo>
                  <a:pt x="1330" y="2885"/>
                  <a:pt x="1126" y="2290"/>
                  <a:pt x="1367" y="1799"/>
                </a:cubicBezTo>
                <a:cubicBezTo>
                  <a:pt x="1608" y="1308"/>
                  <a:pt x="2204" y="1105"/>
                  <a:pt x="2695" y="1345"/>
                </a:cubicBezTo>
                <a:cubicBezTo>
                  <a:pt x="3186" y="1587"/>
                  <a:pt x="3389" y="2182"/>
                  <a:pt x="3148" y="2673"/>
                </a:cubicBezTo>
                <a:cubicBezTo>
                  <a:pt x="2907" y="3164"/>
                  <a:pt x="2312" y="3367"/>
                  <a:pt x="1821" y="3126"/>
                </a:cubicBezTo>
                <a:moveTo>
                  <a:pt x="3878" y="3808"/>
                </a:moveTo>
                <a:cubicBezTo>
                  <a:pt x="4043" y="3638"/>
                  <a:pt x="4179" y="3444"/>
                  <a:pt x="4284" y="3230"/>
                </a:cubicBezTo>
                <a:lnTo>
                  <a:pt x="4287" y="3225"/>
                </a:lnTo>
                <a:lnTo>
                  <a:pt x="3946" y="3058"/>
                </a:lnTo>
                <a:cubicBezTo>
                  <a:pt x="4035" y="2876"/>
                  <a:pt x="4091" y="2687"/>
                  <a:pt x="4118" y="2496"/>
                </a:cubicBezTo>
                <a:lnTo>
                  <a:pt x="4494" y="2549"/>
                </a:lnTo>
                <a:cubicBezTo>
                  <a:pt x="4526" y="2315"/>
                  <a:pt x="4522" y="2077"/>
                  <a:pt x="4481" y="1843"/>
                </a:cubicBezTo>
                <a:lnTo>
                  <a:pt x="4106" y="1909"/>
                </a:lnTo>
                <a:cubicBezTo>
                  <a:pt x="4072" y="1716"/>
                  <a:pt x="4007" y="1528"/>
                  <a:pt x="3915" y="1354"/>
                </a:cubicBezTo>
                <a:lnTo>
                  <a:pt x="4251" y="1176"/>
                </a:lnTo>
                <a:cubicBezTo>
                  <a:pt x="4139" y="966"/>
                  <a:pt x="3996" y="776"/>
                  <a:pt x="3826" y="612"/>
                </a:cubicBezTo>
                <a:lnTo>
                  <a:pt x="3562" y="885"/>
                </a:lnTo>
                <a:cubicBezTo>
                  <a:pt x="3425" y="752"/>
                  <a:pt x="3266" y="638"/>
                  <a:pt x="3085" y="550"/>
                </a:cubicBezTo>
                <a:cubicBezTo>
                  <a:pt x="3084" y="549"/>
                  <a:pt x="3083" y="549"/>
                  <a:pt x="3081" y="548"/>
                </a:cubicBezTo>
                <a:lnTo>
                  <a:pt x="3248" y="207"/>
                </a:lnTo>
                <a:cubicBezTo>
                  <a:pt x="3034" y="103"/>
                  <a:pt x="2807" y="33"/>
                  <a:pt x="2573" y="0"/>
                </a:cubicBezTo>
                <a:lnTo>
                  <a:pt x="2520" y="376"/>
                </a:lnTo>
                <a:cubicBezTo>
                  <a:pt x="2323" y="349"/>
                  <a:pt x="2125" y="353"/>
                  <a:pt x="1933" y="387"/>
                </a:cubicBezTo>
                <a:lnTo>
                  <a:pt x="1867" y="13"/>
                </a:lnTo>
                <a:cubicBezTo>
                  <a:pt x="1633" y="54"/>
                  <a:pt x="1409" y="131"/>
                  <a:pt x="1200" y="242"/>
                </a:cubicBezTo>
                <a:lnTo>
                  <a:pt x="1378" y="578"/>
                </a:lnTo>
                <a:cubicBezTo>
                  <a:pt x="1205" y="669"/>
                  <a:pt x="1046" y="787"/>
                  <a:pt x="908" y="930"/>
                </a:cubicBezTo>
                <a:lnTo>
                  <a:pt x="635" y="666"/>
                </a:lnTo>
                <a:cubicBezTo>
                  <a:pt x="472" y="835"/>
                  <a:pt x="336" y="1029"/>
                  <a:pt x="232" y="1241"/>
                </a:cubicBezTo>
                <a:lnTo>
                  <a:pt x="230" y="1244"/>
                </a:lnTo>
                <a:lnTo>
                  <a:pt x="571" y="1409"/>
                </a:lnTo>
                <a:cubicBezTo>
                  <a:pt x="482" y="1592"/>
                  <a:pt x="425" y="1782"/>
                  <a:pt x="398" y="1972"/>
                </a:cubicBezTo>
                <a:lnTo>
                  <a:pt x="23" y="1919"/>
                </a:lnTo>
                <a:cubicBezTo>
                  <a:pt x="-11" y="2153"/>
                  <a:pt x="-7" y="2391"/>
                  <a:pt x="35" y="2625"/>
                </a:cubicBezTo>
                <a:lnTo>
                  <a:pt x="409" y="2559"/>
                </a:lnTo>
                <a:cubicBezTo>
                  <a:pt x="443" y="2753"/>
                  <a:pt x="507" y="2941"/>
                  <a:pt x="599" y="3115"/>
                </a:cubicBezTo>
                <a:lnTo>
                  <a:pt x="263" y="3293"/>
                </a:lnTo>
                <a:cubicBezTo>
                  <a:pt x="374" y="3503"/>
                  <a:pt x="517" y="3693"/>
                  <a:pt x="687" y="3857"/>
                </a:cubicBezTo>
                <a:lnTo>
                  <a:pt x="951" y="3585"/>
                </a:lnTo>
                <a:cubicBezTo>
                  <a:pt x="1089" y="3718"/>
                  <a:pt x="1249" y="3833"/>
                  <a:pt x="1430" y="3922"/>
                </a:cubicBezTo>
                <a:cubicBezTo>
                  <a:pt x="1431" y="3922"/>
                  <a:pt x="1431" y="3922"/>
                  <a:pt x="1432" y="3923"/>
                </a:cubicBezTo>
                <a:lnTo>
                  <a:pt x="1265" y="4263"/>
                </a:lnTo>
                <a:cubicBezTo>
                  <a:pt x="1479" y="4367"/>
                  <a:pt x="1705" y="4438"/>
                  <a:pt x="1939" y="4471"/>
                </a:cubicBezTo>
                <a:lnTo>
                  <a:pt x="1993" y="4095"/>
                </a:lnTo>
                <a:cubicBezTo>
                  <a:pt x="2190" y="4123"/>
                  <a:pt x="2388" y="4119"/>
                  <a:pt x="2580" y="4085"/>
                </a:cubicBezTo>
                <a:lnTo>
                  <a:pt x="2645" y="4460"/>
                </a:lnTo>
                <a:cubicBezTo>
                  <a:pt x="2879" y="4419"/>
                  <a:pt x="3103" y="4342"/>
                  <a:pt x="3313" y="4231"/>
                </a:cubicBezTo>
                <a:lnTo>
                  <a:pt x="3135" y="3895"/>
                </a:lnTo>
                <a:cubicBezTo>
                  <a:pt x="3308" y="3804"/>
                  <a:pt x="3467" y="3686"/>
                  <a:pt x="3606" y="3544"/>
                </a:cubicBezTo>
                <a:lnTo>
                  <a:pt x="3878" y="3808"/>
                </a:ln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oogle Shape;1604;p44">
            <a:extLst>
              <a:ext uri="{FF2B5EF4-FFF2-40B4-BE49-F238E27FC236}">
                <a16:creationId xmlns:a16="http://schemas.microsoft.com/office/drawing/2014/main" id="{4F69D3B0-5D16-E0A8-A516-51FE59AE4C8E}"/>
              </a:ext>
            </a:extLst>
          </p:cNvPr>
          <p:cNvGrpSpPr/>
          <p:nvPr/>
        </p:nvGrpSpPr>
        <p:grpSpPr>
          <a:xfrm>
            <a:off x="1769239" y="2222478"/>
            <a:ext cx="373222" cy="349272"/>
            <a:chOff x="980640" y="1140120"/>
            <a:chExt cx="403920" cy="378000"/>
          </a:xfrm>
        </p:grpSpPr>
        <p:sp>
          <p:nvSpPr>
            <p:cNvPr id="3" name="Google Shape;1605;p44">
              <a:extLst>
                <a:ext uri="{FF2B5EF4-FFF2-40B4-BE49-F238E27FC236}">
                  <a16:creationId xmlns:a16="http://schemas.microsoft.com/office/drawing/2014/main" id="{FFDC7C69-EB71-0883-5E98-92CEAC2F90F1}"/>
                </a:ext>
              </a:extLst>
            </p:cNvPr>
            <p:cNvSpPr/>
            <p:nvPr/>
          </p:nvSpPr>
          <p:spPr>
            <a:xfrm>
              <a:off x="1135440" y="1148760"/>
              <a:ext cx="94320" cy="101880"/>
            </a:xfrm>
            <a:custGeom>
              <a:avLst/>
              <a:gdLst/>
              <a:ahLst/>
              <a:cxnLst/>
              <a:rect l="l" t="t" r="r" b="b"/>
              <a:pathLst>
                <a:path w="262" h="283" extrusionOk="0">
                  <a:moveTo>
                    <a:pt x="259" y="153"/>
                  </a:moveTo>
                  <a:lnTo>
                    <a:pt x="142" y="5"/>
                  </a:lnTo>
                  <a:cubicBezTo>
                    <a:pt x="136" y="-1"/>
                    <a:pt x="126" y="-1"/>
                    <a:pt x="121" y="5"/>
                  </a:cubicBezTo>
                  <a:lnTo>
                    <a:pt x="3" y="153"/>
                  </a:lnTo>
                  <a:cubicBezTo>
                    <a:pt x="-4" y="161"/>
                    <a:pt x="2" y="174"/>
                    <a:pt x="13" y="174"/>
                  </a:cubicBezTo>
                  <a:lnTo>
                    <a:pt x="45" y="174"/>
                  </a:lnTo>
                  <a:cubicBezTo>
                    <a:pt x="53" y="174"/>
                    <a:pt x="59" y="180"/>
                    <a:pt x="59" y="187"/>
                  </a:cubicBezTo>
                  <a:lnTo>
                    <a:pt x="59" y="270"/>
                  </a:lnTo>
                  <a:cubicBezTo>
                    <a:pt x="59" y="277"/>
                    <a:pt x="65" y="283"/>
                    <a:pt x="72" y="283"/>
                  </a:cubicBezTo>
                  <a:lnTo>
                    <a:pt x="191" y="283"/>
                  </a:lnTo>
                  <a:cubicBezTo>
                    <a:pt x="198" y="283"/>
                    <a:pt x="204" y="277"/>
                    <a:pt x="204" y="270"/>
                  </a:cubicBezTo>
                  <a:lnTo>
                    <a:pt x="204" y="187"/>
                  </a:lnTo>
                  <a:cubicBezTo>
                    <a:pt x="204" y="180"/>
                    <a:pt x="210" y="174"/>
                    <a:pt x="217" y="174"/>
                  </a:cubicBezTo>
                  <a:lnTo>
                    <a:pt x="249" y="174"/>
                  </a:lnTo>
                  <a:cubicBezTo>
                    <a:pt x="260" y="174"/>
                    <a:pt x="266" y="161"/>
                    <a:pt x="259" y="153"/>
                  </a:cubicBezTo>
                  <a:close/>
                </a:path>
              </a:pathLst>
            </a:custGeom>
            <a:solidFill>
              <a:srgbClr val="EB6E80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1606;p44">
              <a:extLst>
                <a:ext uri="{FF2B5EF4-FFF2-40B4-BE49-F238E27FC236}">
                  <a16:creationId xmlns:a16="http://schemas.microsoft.com/office/drawing/2014/main" id="{85BF61F5-B0F5-9C11-0EC0-B5A7F96ED9D7}"/>
                </a:ext>
              </a:extLst>
            </p:cNvPr>
            <p:cNvSpPr/>
            <p:nvPr/>
          </p:nvSpPr>
          <p:spPr>
            <a:xfrm>
              <a:off x="986760" y="1145880"/>
              <a:ext cx="392040" cy="366120"/>
            </a:xfrm>
            <a:custGeom>
              <a:avLst/>
              <a:gdLst/>
              <a:ahLst/>
              <a:cxnLst/>
              <a:rect l="l" t="t" r="r" b="b"/>
              <a:pathLst>
                <a:path w="1089" h="1017" extrusionOk="0">
                  <a:moveTo>
                    <a:pt x="72" y="931"/>
                  </a:moveTo>
                  <a:lnTo>
                    <a:pt x="72" y="14"/>
                  </a:lnTo>
                  <a:cubicBezTo>
                    <a:pt x="72" y="6"/>
                    <a:pt x="66" y="0"/>
                    <a:pt x="59" y="0"/>
                  </a:cubicBezTo>
                  <a:lnTo>
                    <a:pt x="13" y="0"/>
                  </a:lnTo>
                  <a:cubicBezTo>
                    <a:pt x="5" y="0"/>
                    <a:pt x="0" y="6"/>
                    <a:pt x="0" y="14"/>
                  </a:cubicBezTo>
                  <a:lnTo>
                    <a:pt x="0" y="1017"/>
                  </a:lnTo>
                  <a:lnTo>
                    <a:pt x="1076" y="1017"/>
                  </a:lnTo>
                  <a:cubicBezTo>
                    <a:pt x="1083" y="1017"/>
                    <a:pt x="1089" y="1011"/>
                    <a:pt x="1089" y="1004"/>
                  </a:cubicBezTo>
                  <a:lnTo>
                    <a:pt x="1089" y="958"/>
                  </a:lnTo>
                  <a:cubicBezTo>
                    <a:pt x="1089" y="951"/>
                    <a:pt x="1083" y="945"/>
                    <a:pt x="1076" y="945"/>
                  </a:cubicBezTo>
                  <a:lnTo>
                    <a:pt x="85" y="945"/>
                  </a:lnTo>
                  <a:cubicBezTo>
                    <a:pt x="78" y="945"/>
                    <a:pt x="72" y="939"/>
                    <a:pt x="72" y="931"/>
                  </a:cubicBezTo>
                  <a:close/>
                </a:path>
              </a:pathLst>
            </a:custGeom>
            <a:solidFill>
              <a:srgbClr val="DDFBF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Google Shape;1607;p44">
              <a:extLst>
                <a:ext uri="{FF2B5EF4-FFF2-40B4-BE49-F238E27FC236}">
                  <a16:creationId xmlns:a16="http://schemas.microsoft.com/office/drawing/2014/main" id="{4879DA11-9CDA-E844-E319-AC1ECEBDB8A8}"/>
                </a:ext>
              </a:extLst>
            </p:cNvPr>
            <p:cNvSpPr/>
            <p:nvPr/>
          </p:nvSpPr>
          <p:spPr>
            <a:xfrm>
              <a:off x="1064880" y="1381320"/>
              <a:ext cx="52560" cy="78480"/>
            </a:xfrm>
            <a:custGeom>
              <a:avLst/>
              <a:gdLst/>
              <a:ahLst/>
              <a:cxnLst/>
              <a:rect l="l" t="t" r="r" b="b"/>
              <a:pathLst>
                <a:path w="146" h="218" extrusionOk="0">
                  <a:moveTo>
                    <a:pt x="133" y="0"/>
                  </a:moveTo>
                  <a:lnTo>
                    <a:pt x="14" y="0"/>
                  </a:lnTo>
                  <a:cubicBezTo>
                    <a:pt x="6" y="0"/>
                    <a:pt x="0" y="6"/>
                    <a:pt x="0" y="13"/>
                  </a:cubicBezTo>
                  <a:lnTo>
                    <a:pt x="0" y="205"/>
                  </a:lnTo>
                  <a:cubicBezTo>
                    <a:pt x="0" y="212"/>
                    <a:pt x="6" y="218"/>
                    <a:pt x="14" y="218"/>
                  </a:cubicBezTo>
                  <a:lnTo>
                    <a:pt x="133" y="218"/>
                  </a:lnTo>
                  <a:cubicBezTo>
                    <a:pt x="140" y="218"/>
                    <a:pt x="146" y="212"/>
                    <a:pt x="146" y="205"/>
                  </a:cubicBezTo>
                  <a:lnTo>
                    <a:pt x="146" y="13"/>
                  </a:lnTo>
                  <a:cubicBezTo>
                    <a:pt x="146" y="6"/>
                    <a:pt x="140" y="0"/>
                    <a:pt x="133" y="0"/>
                  </a:cubicBezTo>
                  <a:close/>
                </a:path>
              </a:pathLst>
            </a:custGeom>
            <a:solidFill>
              <a:srgbClr val="008F95"/>
            </a:solidFill>
            <a:ln>
              <a:noFill/>
            </a:ln>
          </p:spPr>
          <p:txBody>
            <a:bodyPr spcFirstLastPara="1" wrap="square" lIns="90000" tIns="33475" rIns="90000" bIns="334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1608;p44">
              <a:extLst>
                <a:ext uri="{FF2B5EF4-FFF2-40B4-BE49-F238E27FC236}">
                  <a16:creationId xmlns:a16="http://schemas.microsoft.com/office/drawing/2014/main" id="{5C3D81EF-1EA5-86CB-21EE-5B86EBCA1B35}"/>
                </a:ext>
              </a:extLst>
            </p:cNvPr>
            <p:cNvSpPr/>
            <p:nvPr/>
          </p:nvSpPr>
          <p:spPr>
            <a:xfrm>
              <a:off x="1169640" y="1329120"/>
              <a:ext cx="52200" cy="130680"/>
            </a:xfrm>
            <a:custGeom>
              <a:avLst/>
              <a:gdLst/>
              <a:ahLst/>
              <a:cxnLst/>
              <a:rect l="l" t="t" r="r" b="b"/>
              <a:pathLst>
                <a:path w="145" h="363" extrusionOk="0">
                  <a:moveTo>
                    <a:pt x="132" y="0"/>
                  </a:moveTo>
                  <a:lnTo>
                    <a:pt x="13" y="0"/>
                  </a:lnTo>
                  <a:cubicBezTo>
                    <a:pt x="6" y="0"/>
                    <a:pt x="0" y="6"/>
                    <a:pt x="0" y="13"/>
                  </a:cubicBezTo>
                  <a:lnTo>
                    <a:pt x="0" y="350"/>
                  </a:lnTo>
                  <a:cubicBezTo>
                    <a:pt x="0" y="357"/>
                    <a:pt x="6" y="363"/>
                    <a:pt x="13" y="363"/>
                  </a:cubicBezTo>
                  <a:lnTo>
                    <a:pt x="132" y="363"/>
                  </a:lnTo>
                  <a:cubicBezTo>
                    <a:pt x="139" y="363"/>
                    <a:pt x="145" y="357"/>
                    <a:pt x="145" y="350"/>
                  </a:cubicBezTo>
                  <a:lnTo>
                    <a:pt x="145" y="13"/>
                  </a:lnTo>
                  <a:cubicBezTo>
                    <a:pt x="145" y="6"/>
                    <a:pt x="139" y="0"/>
                    <a:pt x="132" y="0"/>
                  </a:cubicBezTo>
                  <a:close/>
                </a:path>
              </a:pathLst>
            </a:custGeom>
            <a:solidFill>
              <a:srgbClr val="008F9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Google Shape;1609;p44">
              <a:extLst>
                <a:ext uri="{FF2B5EF4-FFF2-40B4-BE49-F238E27FC236}">
                  <a16:creationId xmlns:a16="http://schemas.microsoft.com/office/drawing/2014/main" id="{2B34839A-0F17-5337-2B3B-06BBAE5250A5}"/>
                </a:ext>
              </a:extLst>
            </p:cNvPr>
            <p:cNvSpPr/>
            <p:nvPr/>
          </p:nvSpPr>
          <p:spPr>
            <a:xfrm>
              <a:off x="1274400" y="1276920"/>
              <a:ext cx="52200" cy="182880"/>
            </a:xfrm>
            <a:custGeom>
              <a:avLst/>
              <a:gdLst/>
              <a:ahLst/>
              <a:cxnLst/>
              <a:rect l="l" t="t" r="r" b="b"/>
              <a:pathLst>
                <a:path w="145" h="508" extrusionOk="0">
                  <a:moveTo>
                    <a:pt x="132" y="0"/>
                  </a:moveTo>
                  <a:lnTo>
                    <a:pt x="13" y="0"/>
                  </a:lnTo>
                  <a:cubicBezTo>
                    <a:pt x="5" y="0"/>
                    <a:pt x="0" y="5"/>
                    <a:pt x="0" y="13"/>
                  </a:cubicBezTo>
                  <a:lnTo>
                    <a:pt x="0" y="495"/>
                  </a:lnTo>
                  <a:cubicBezTo>
                    <a:pt x="0" y="502"/>
                    <a:pt x="5" y="508"/>
                    <a:pt x="13" y="508"/>
                  </a:cubicBezTo>
                  <a:lnTo>
                    <a:pt x="132" y="508"/>
                  </a:lnTo>
                  <a:cubicBezTo>
                    <a:pt x="139" y="508"/>
                    <a:pt x="145" y="502"/>
                    <a:pt x="145" y="495"/>
                  </a:cubicBezTo>
                  <a:lnTo>
                    <a:pt x="145" y="13"/>
                  </a:lnTo>
                  <a:cubicBezTo>
                    <a:pt x="145" y="5"/>
                    <a:pt x="139" y="0"/>
                    <a:pt x="132" y="0"/>
                  </a:cubicBezTo>
                  <a:close/>
                </a:path>
              </a:pathLst>
            </a:custGeom>
            <a:solidFill>
              <a:srgbClr val="008F9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1610;p44">
              <a:extLst>
                <a:ext uri="{FF2B5EF4-FFF2-40B4-BE49-F238E27FC236}">
                  <a16:creationId xmlns:a16="http://schemas.microsoft.com/office/drawing/2014/main" id="{0C34221C-6805-16A0-D1CC-0AE7543AAECC}"/>
                </a:ext>
              </a:extLst>
            </p:cNvPr>
            <p:cNvSpPr/>
            <p:nvPr/>
          </p:nvSpPr>
          <p:spPr>
            <a:xfrm>
              <a:off x="1357560" y="1486080"/>
              <a:ext cx="21240" cy="25920"/>
            </a:xfrm>
            <a:custGeom>
              <a:avLst/>
              <a:gdLst/>
              <a:ahLst/>
              <a:cxnLst/>
              <a:rect l="l" t="t" r="r" b="b"/>
              <a:pathLst>
                <a:path w="59" h="72" extrusionOk="0">
                  <a:moveTo>
                    <a:pt x="46" y="0"/>
                  </a:moveTo>
                  <a:lnTo>
                    <a:pt x="0" y="0"/>
                  </a:lnTo>
                  <a:cubicBezTo>
                    <a:pt x="7" y="0"/>
                    <a:pt x="13" y="6"/>
                    <a:pt x="13" y="13"/>
                  </a:cubicBezTo>
                  <a:lnTo>
                    <a:pt x="13" y="59"/>
                  </a:lnTo>
                  <a:cubicBezTo>
                    <a:pt x="13" y="66"/>
                    <a:pt x="7" y="72"/>
                    <a:pt x="0" y="72"/>
                  </a:cubicBezTo>
                  <a:lnTo>
                    <a:pt x="46" y="72"/>
                  </a:lnTo>
                  <a:cubicBezTo>
                    <a:pt x="53" y="72"/>
                    <a:pt x="59" y="66"/>
                    <a:pt x="59" y="59"/>
                  </a:cubicBezTo>
                  <a:lnTo>
                    <a:pt x="59" y="13"/>
                  </a:lnTo>
                  <a:cubicBezTo>
                    <a:pt x="59" y="6"/>
                    <a:pt x="53" y="0"/>
                    <a:pt x="46" y="0"/>
                  </a:cubicBezTo>
                  <a:close/>
                </a:path>
              </a:pathLst>
            </a:custGeom>
            <a:solidFill>
              <a:srgbClr val="DDFBFC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611;p44">
              <a:extLst>
                <a:ext uri="{FF2B5EF4-FFF2-40B4-BE49-F238E27FC236}">
                  <a16:creationId xmlns:a16="http://schemas.microsoft.com/office/drawing/2014/main" id="{1F0B9562-47F6-02B1-0340-B02E1FFA51D0}"/>
                </a:ext>
              </a:extLst>
            </p:cNvPr>
            <p:cNvSpPr/>
            <p:nvPr/>
          </p:nvSpPr>
          <p:spPr>
            <a:xfrm>
              <a:off x="980640" y="1140120"/>
              <a:ext cx="403920" cy="378000"/>
            </a:xfrm>
            <a:custGeom>
              <a:avLst/>
              <a:gdLst/>
              <a:ahLst/>
              <a:cxnLst/>
              <a:rect l="l" t="t" r="r" b="b"/>
              <a:pathLst>
                <a:path w="1122" h="1050" extrusionOk="0">
                  <a:moveTo>
                    <a:pt x="1090" y="1017"/>
                  </a:moveTo>
                  <a:lnTo>
                    <a:pt x="1050" y="1017"/>
                  </a:lnTo>
                  <a:lnTo>
                    <a:pt x="1050" y="977"/>
                  </a:lnTo>
                  <a:lnTo>
                    <a:pt x="1090" y="977"/>
                  </a:lnTo>
                  <a:lnTo>
                    <a:pt x="1090" y="1017"/>
                  </a:lnTo>
                  <a:moveTo>
                    <a:pt x="33" y="33"/>
                  </a:moveTo>
                  <a:lnTo>
                    <a:pt x="73" y="33"/>
                  </a:lnTo>
                  <a:lnTo>
                    <a:pt x="73" y="73"/>
                  </a:lnTo>
                  <a:lnTo>
                    <a:pt x="33" y="73"/>
                  </a:lnTo>
                  <a:lnTo>
                    <a:pt x="33" y="33"/>
                  </a:lnTo>
                  <a:moveTo>
                    <a:pt x="1106" y="944"/>
                  </a:moveTo>
                  <a:lnTo>
                    <a:pt x="106" y="944"/>
                  </a:lnTo>
                  <a:lnTo>
                    <a:pt x="106" y="16"/>
                  </a:lnTo>
                  <a:cubicBezTo>
                    <a:pt x="106" y="7"/>
                    <a:pt x="98" y="0"/>
                    <a:pt x="89" y="0"/>
                  </a:cubicBezTo>
                  <a:lnTo>
                    <a:pt x="17" y="0"/>
                  </a:lnTo>
                  <a:cubicBezTo>
                    <a:pt x="12" y="0"/>
                    <a:pt x="8" y="2"/>
                    <a:pt x="5" y="5"/>
                  </a:cubicBezTo>
                  <a:cubicBezTo>
                    <a:pt x="2" y="8"/>
                    <a:pt x="0" y="12"/>
                    <a:pt x="0" y="16"/>
                  </a:cubicBezTo>
                  <a:lnTo>
                    <a:pt x="0" y="89"/>
                  </a:lnTo>
                  <a:lnTo>
                    <a:pt x="0" y="89"/>
                  </a:lnTo>
                  <a:lnTo>
                    <a:pt x="0" y="1033"/>
                  </a:lnTo>
                  <a:cubicBezTo>
                    <a:pt x="0" y="1042"/>
                    <a:pt x="7" y="1050"/>
                    <a:pt x="17" y="1050"/>
                  </a:cubicBezTo>
                  <a:lnTo>
                    <a:pt x="130" y="1050"/>
                  </a:lnTo>
                  <a:cubicBezTo>
                    <a:pt x="139" y="1050"/>
                    <a:pt x="147" y="1042"/>
                    <a:pt x="147" y="1033"/>
                  </a:cubicBezTo>
                  <a:cubicBezTo>
                    <a:pt x="147" y="1024"/>
                    <a:pt x="139" y="1017"/>
                    <a:pt x="130" y="1017"/>
                  </a:cubicBezTo>
                  <a:lnTo>
                    <a:pt x="33" y="1017"/>
                  </a:lnTo>
                  <a:lnTo>
                    <a:pt x="33" y="105"/>
                  </a:lnTo>
                  <a:lnTo>
                    <a:pt x="73" y="105"/>
                  </a:lnTo>
                  <a:lnTo>
                    <a:pt x="73" y="961"/>
                  </a:lnTo>
                  <a:cubicBezTo>
                    <a:pt x="73" y="970"/>
                    <a:pt x="80" y="977"/>
                    <a:pt x="89" y="977"/>
                  </a:cubicBezTo>
                  <a:lnTo>
                    <a:pt x="1017" y="977"/>
                  </a:lnTo>
                  <a:lnTo>
                    <a:pt x="1017" y="1017"/>
                  </a:lnTo>
                  <a:lnTo>
                    <a:pt x="196" y="1017"/>
                  </a:lnTo>
                  <a:cubicBezTo>
                    <a:pt x="187" y="1017"/>
                    <a:pt x="180" y="1024"/>
                    <a:pt x="180" y="1033"/>
                  </a:cubicBezTo>
                  <a:cubicBezTo>
                    <a:pt x="180" y="1042"/>
                    <a:pt x="187" y="1050"/>
                    <a:pt x="196" y="1050"/>
                  </a:cubicBezTo>
                  <a:lnTo>
                    <a:pt x="1106" y="1050"/>
                  </a:lnTo>
                  <a:cubicBezTo>
                    <a:pt x="1115" y="1050"/>
                    <a:pt x="1122" y="1042"/>
                    <a:pt x="1122" y="1033"/>
                  </a:cubicBezTo>
                  <a:lnTo>
                    <a:pt x="1122" y="961"/>
                  </a:lnTo>
                  <a:cubicBezTo>
                    <a:pt x="1122" y="952"/>
                    <a:pt x="1115" y="944"/>
                    <a:pt x="1106" y="944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612;p44">
              <a:extLst>
                <a:ext uri="{FF2B5EF4-FFF2-40B4-BE49-F238E27FC236}">
                  <a16:creationId xmlns:a16="http://schemas.microsoft.com/office/drawing/2014/main" id="{BD88FDD0-1865-0866-C9A5-587B5DE6A22F}"/>
                </a:ext>
              </a:extLst>
            </p:cNvPr>
            <p:cNvSpPr/>
            <p:nvPr/>
          </p:nvSpPr>
          <p:spPr>
            <a:xfrm>
              <a:off x="1059120" y="1375560"/>
              <a:ext cx="64080" cy="90000"/>
            </a:xfrm>
            <a:custGeom>
              <a:avLst/>
              <a:gdLst/>
              <a:ahLst/>
              <a:cxnLst/>
              <a:rect l="l" t="t" r="r" b="b"/>
              <a:pathLst>
                <a:path w="178" h="250" extrusionOk="0">
                  <a:moveTo>
                    <a:pt x="33" y="33"/>
                  </a:moveTo>
                  <a:lnTo>
                    <a:pt x="145" y="33"/>
                  </a:lnTo>
                  <a:lnTo>
                    <a:pt x="145" y="218"/>
                  </a:lnTo>
                  <a:lnTo>
                    <a:pt x="33" y="218"/>
                  </a:lnTo>
                  <a:lnTo>
                    <a:pt x="33" y="33"/>
                  </a:lnTo>
                  <a:moveTo>
                    <a:pt x="16" y="250"/>
                  </a:moveTo>
                  <a:lnTo>
                    <a:pt x="162" y="250"/>
                  </a:lnTo>
                  <a:cubicBezTo>
                    <a:pt x="171" y="250"/>
                    <a:pt x="178" y="243"/>
                    <a:pt x="178" y="234"/>
                  </a:cubicBezTo>
                  <a:lnTo>
                    <a:pt x="178" y="16"/>
                  </a:lnTo>
                  <a:cubicBezTo>
                    <a:pt x="178" y="7"/>
                    <a:pt x="171" y="0"/>
                    <a:pt x="162" y="0"/>
                  </a:cubicBezTo>
                  <a:lnTo>
                    <a:pt x="16" y="0"/>
                  </a:lnTo>
                  <a:cubicBezTo>
                    <a:pt x="7" y="0"/>
                    <a:pt x="0" y="7"/>
                    <a:pt x="0" y="16"/>
                  </a:cubicBezTo>
                  <a:lnTo>
                    <a:pt x="0" y="234"/>
                  </a:lnTo>
                  <a:cubicBezTo>
                    <a:pt x="0" y="243"/>
                    <a:pt x="7" y="250"/>
                    <a:pt x="16" y="250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613;p44">
              <a:extLst>
                <a:ext uri="{FF2B5EF4-FFF2-40B4-BE49-F238E27FC236}">
                  <a16:creationId xmlns:a16="http://schemas.microsoft.com/office/drawing/2014/main" id="{0733A0A8-2497-FF28-783F-C9C8531D66CB}"/>
                </a:ext>
              </a:extLst>
            </p:cNvPr>
            <p:cNvSpPr/>
            <p:nvPr/>
          </p:nvSpPr>
          <p:spPr>
            <a:xfrm>
              <a:off x="1163880" y="1323000"/>
              <a:ext cx="64080" cy="142560"/>
            </a:xfrm>
            <a:custGeom>
              <a:avLst/>
              <a:gdLst/>
              <a:ahLst/>
              <a:cxnLst/>
              <a:rect l="l" t="t" r="r" b="b"/>
              <a:pathLst>
                <a:path w="178" h="396" extrusionOk="0">
                  <a:moveTo>
                    <a:pt x="32" y="33"/>
                  </a:moveTo>
                  <a:lnTo>
                    <a:pt x="145" y="33"/>
                  </a:lnTo>
                  <a:lnTo>
                    <a:pt x="145" y="364"/>
                  </a:lnTo>
                  <a:lnTo>
                    <a:pt x="32" y="364"/>
                  </a:lnTo>
                  <a:lnTo>
                    <a:pt x="32" y="33"/>
                  </a:lnTo>
                  <a:moveTo>
                    <a:pt x="0" y="17"/>
                  </a:moveTo>
                  <a:lnTo>
                    <a:pt x="0" y="380"/>
                  </a:lnTo>
                  <a:cubicBezTo>
                    <a:pt x="0" y="389"/>
                    <a:pt x="7" y="396"/>
                    <a:pt x="16" y="396"/>
                  </a:cubicBezTo>
                  <a:lnTo>
                    <a:pt x="161" y="396"/>
                  </a:lnTo>
                  <a:cubicBezTo>
                    <a:pt x="170" y="396"/>
                    <a:pt x="178" y="389"/>
                    <a:pt x="178" y="380"/>
                  </a:cubicBezTo>
                  <a:lnTo>
                    <a:pt x="178" y="17"/>
                  </a:lnTo>
                  <a:cubicBezTo>
                    <a:pt x="178" y="8"/>
                    <a:pt x="170" y="0"/>
                    <a:pt x="161" y="0"/>
                  </a:cubicBezTo>
                  <a:lnTo>
                    <a:pt x="16" y="0"/>
                  </a:lnTo>
                  <a:cubicBezTo>
                    <a:pt x="7" y="0"/>
                    <a:pt x="0" y="8"/>
                    <a:pt x="0" y="17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614;p44">
              <a:extLst>
                <a:ext uri="{FF2B5EF4-FFF2-40B4-BE49-F238E27FC236}">
                  <a16:creationId xmlns:a16="http://schemas.microsoft.com/office/drawing/2014/main" id="{5345F005-5547-0DD9-D110-A023B96FF54C}"/>
                </a:ext>
              </a:extLst>
            </p:cNvPr>
            <p:cNvSpPr/>
            <p:nvPr/>
          </p:nvSpPr>
          <p:spPr>
            <a:xfrm>
              <a:off x="1268280" y="1270800"/>
              <a:ext cx="64080" cy="194760"/>
            </a:xfrm>
            <a:custGeom>
              <a:avLst/>
              <a:gdLst/>
              <a:ahLst/>
              <a:cxnLst/>
              <a:rect l="l" t="t" r="r" b="b"/>
              <a:pathLst>
                <a:path w="178" h="541" extrusionOk="0">
                  <a:moveTo>
                    <a:pt x="33" y="33"/>
                  </a:moveTo>
                  <a:lnTo>
                    <a:pt x="145" y="33"/>
                  </a:lnTo>
                  <a:lnTo>
                    <a:pt x="145" y="509"/>
                  </a:lnTo>
                  <a:lnTo>
                    <a:pt x="33" y="509"/>
                  </a:lnTo>
                  <a:lnTo>
                    <a:pt x="33" y="33"/>
                  </a:lnTo>
                  <a:moveTo>
                    <a:pt x="16" y="541"/>
                  </a:moveTo>
                  <a:lnTo>
                    <a:pt x="162" y="541"/>
                  </a:lnTo>
                  <a:cubicBezTo>
                    <a:pt x="171" y="541"/>
                    <a:pt x="178" y="534"/>
                    <a:pt x="178" y="525"/>
                  </a:cubicBezTo>
                  <a:lnTo>
                    <a:pt x="178" y="17"/>
                  </a:lnTo>
                  <a:cubicBezTo>
                    <a:pt x="178" y="7"/>
                    <a:pt x="171" y="0"/>
                    <a:pt x="162" y="0"/>
                  </a:cubicBezTo>
                  <a:lnTo>
                    <a:pt x="16" y="0"/>
                  </a:lnTo>
                  <a:cubicBezTo>
                    <a:pt x="7" y="0"/>
                    <a:pt x="0" y="7"/>
                    <a:pt x="0" y="17"/>
                  </a:cubicBezTo>
                  <a:lnTo>
                    <a:pt x="0" y="525"/>
                  </a:lnTo>
                  <a:cubicBezTo>
                    <a:pt x="0" y="534"/>
                    <a:pt x="7" y="541"/>
                    <a:pt x="16" y="541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615;p44">
              <a:extLst>
                <a:ext uri="{FF2B5EF4-FFF2-40B4-BE49-F238E27FC236}">
                  <a16:creationId xmlns:a16="http://schemas.microsoft.com/office/drawing/2014/main" id="{6C9FEED8-3675-1B8C-8A8E-2DD1955ABF9F}"/>
                </a:ext>
              </a:extLst>
            </p:cNvPr>
            <p:cNvSpPr/>
            <p:nvPr/>
          </p:nvSpPr>
          <p:spPr>
            <a:xfrm>
              <a:off x="1124280" y="1140120"/>
              <a:ext cx="116640" cy="116280"/>
            </a:xfrm>
            <a:custGeom>
              <a:avLst/>
              <a:gdLst/>
              <a:ahLst/>
              <a:cxnLst/>
              <a:rect l="l" t="t" r="r" b="b"/>
              <a:pathLst>
                <a:path w="324" h="323" extrusionOk="0">
                  <a:moveTo>
                    <a:pt x="162" y="43"/>
                  </a:moveTo>
                  <a:lnTo>
                    <a:pt x="273" y="182"/>
                  </a:lnTo>
                  <a:lnTo>
                    <a:pt x="235" y="182"/>
                  </a:lnTo>
                  <a:cubicBezTo>
                    <a:pt x="226" y="182"/>
                    <a:pt x="218" y="189"/>
                    <a:pt x="218" y="198"/>
                  </a:cubicBezTo>
                  <a:lnTo>
                    <a:pt x="218" y="290"/>
                  </a:lnTo>
                  <a:lnTo>
                    <a:pt x="106" y="290"/>
                  </a:lnTo>
                  <a:lnTo>
                    <a:pt x="106" y="198"/>
                  </a:lnTo>
                  <a:cubicBezTo>
                    <a:pt x="106" y="189"/>
                    <a:pt x="99" y="182"/>
                    <a:pt x="90" y="182"/>
                  </a:cubicBezTo>
                  <a:lnTo>
                    <a:pt x="51" y="182"/>
                  </a:lnTo>
                  <a:lnTo>
                    <a:pt x="162" y="43"/>
                  </a:lnTo>
                  <a:moveTo>
                    <a:pt x="17" y="214"/>
                  </a:moveTo>
                  <a:lnTo>
                    <a:pt x="73" y="214"/>
                  </a:lnTo>
                  <a:lnTo>
                    <a:pt x="73" y="307"/>
                  </a:lnTo>
                  <a:cubicBezTo>
                    <a:pt x="73" y="316"/>
                    <a:pt x="81" y="323"/>
                    <a:pt x="90" y="323"/>
                  </a:cubicBezTo>
                  <a:lnTo>
                    <a:pt x="235" y="323"/>
                  </a:lnTo>
                  <a:cubicBezTo>
                    <a:pt x="244" y="323"/>
                    <a:pt x="251" y="316"/>
                    <a:pt x="251" y="307"/>
                  </a:cubicBezTo>
                  <a:lnTo>
                    <a:pt x="251" y="214"/>
                  </a:lnTo>
                  <a:lnTo>
                    <a:pt x="308" y="214"/>
                  </a:lnTo>
                  <a:cubicBezTo>
                    <a:pt x="314" y="214"/>
                    <a:pt x="320" y="211"/>
                    <a:pt x="322" y="205"/>
                  </a:cubicBezTo>
                  <a:cubicBezTo>
                    <a:pt x="325" y="199"/>
                    <a:pt x="324" y="193"/>
                    <a:pt x="320" y="188"/>
                  </a:cubicBezTo>
                  <a:lnTo>
                    <a:pt x="175" y="6"/>
                  </a:lnTo>
                  <a:cubicBezTo>
                    <a:pt x="172" y="2"/>
                    <a:pt x="167" y="0"/>
                    <a:pt x="162" y="0"/>
                  </a:cubicBezTo>
                  <a:cubicBezTo>
                    <a:pt x="157" y="0"/>
                    <a:pt x="153" y="2"/>
                    <a:pt x="149" y="6"/>
                  </a:cubicBezTo>
                  <a:lnTo>
                    <a:pt x="4" y="188"/>
                  </a:lnTo>
                  <a:cubicBezTo>
                    <a:pt x="0" y="193"/>
                    <a:pt x="-1" y="199"/>
                    <a:pt x="2" y="205"/>
                  </a:cubicBezTo>
                  <a:cubicBezTo>
                    <a:pt x="5" y="211"/>
                    <a:pt x="11" y="214"/>
                    <a:pt x="17" y="214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616;p44">
              <a:extLst>
                <a:ext uri="{FF2B5EF4-FFF2-40B4-BE49-F238E27FC236}">
                  <a16:creationId xmlns:a16="http://schemas.microsoft.com/office/drawing/2014/main" id="{0D85B55A-5596-0433-0C31-2F80184F8093}"/>
                </a:ext>
              </a:extLst>
            </p:cNvPr>
            <p:cNvSpPr/>
            <p:nvPr/>
          </p:nvSpPr>
          <p:spPr>
            <a:xfrm>
              <a:off x="1072080" y="1349280"/>
              <a:ext cx="38160" cy="11880"/>
            </a:xfrm>
            <a:custGeom>
              <a:avLst/>
              <a:gdLst/>
              <a:ahLst/>
              <a:cxnLst/>
              <a:rect l="l" t="t" r="r" b="b"/>
              <a:pathLst>
                <a:path w="106" h="33" extrusionOk="0">
                  <a:moveTo>
                    <a:pt x="17" y="33"/>
                  </a:moveTo>
                  <a:lnTo>
                    <a:pt x="89" y="33"/>
                  </a:lnTo>
                  <a:cubicBezTo>
                    <a:pt x="98" y="33"/>
                    <a:pt x="106" y="26"/>
                    <a:pt x="106" y="16"/>
                  </a:cubicBezTo>
                  <a:cubicBezTo>
                    <a:pt x="106" y="7"/>
                    <a:pt x="98" y="0"/>
                    <a:pt x="89" y="0"/>
                  </a:cubicBezTo>
                  <a:lnTo>
                    <a:pt x="17" y="0"/>
                  </a:lnTo>
                  <a:cubicBezTo>
                    <a:pt x="8" y="0"/>
                    <a:pt x="0" y="7"/>
                    <a:pt x="0" y="16"/>
                  </a:cubicBezTo>
                  <a:cubicBezTo>
                    <a:pt x="0" y="26"/>
                    <a:pt x="8" y="33"/>
                    <a:pt x="17" y="33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617;p44">
              <a:extLst>
                <a:ext uri="{FF2B5EF4-FFF2-40B4-BE49-F238E27FC236}">
                  <a16:creationId xmlns:a16="http://schemas.microsoft.com/office/drawing/2014/main" id="{E10FB341-1CC5-6081-596C-BC44F8E9A96A}"/>
                </a:ext>
              </a:extLst>
            </p:cNvPr>
            <p:cNvSpPr/>
            <p:nvPr/>
          </p:nvSpPr>
          <p:spPr>
            <a:xfrm>
              <a:off x="1176840" y="1297080"/>
              <a:ext cx="37800" cy="11880"/>
            </a:xfrm>
            <a:custGeom>
              <a:avLst/>
              <a:gdLst/>
              <a:ahLst/>
              <a:cxnLst/>
              <a:rect l="l" t="t" r="r" b="b"/>
              <a:pathLst>
                <a:path w="105" h="33" extrusionOk="0">
                  <a:moveTo>
                    <a:pt x="89" y="33"/>
                  </a:moveTo>
                  <a:cubicBezTo>
                    <a:pt x="98" y="33"/>
                    <a:pt x="105" y="25"/>
                    <a:pt x="105" y="16"/>
                  </a:cubicBezTo>
                  <a:cubicBezTo>
                    <a:pt x="105" y="7"/>
                    <a:pt x="98" y="0"/>
                    <a:pt x="89" y="0"/>
                  </a:cubicBezTo>
                  <a:lnTo>
                    <a:pt x="16" y="0"/>
                  </a:ln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7" y="33"/>
                    <a:pt x="16" y="33"/>
                  </a:cubicBezTo>
                  <a:lnTo>
                    <a:pt x="89" y="33"/>
                  </a:ln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18;p44">
              <a:extLst>
                <a:ext uri="{FF2B5EF4-FFF2-40B4-BE49-F238E27FC236}">
                  <a16:creationId xmlns:a16="http://schemas.microsoft.com/office/drawing/2014/main" id="{320A5E47-8666-5469-3503-63DDA832C9DC}"/>
                </a:ext>
              </a:extLst>
            </p:cNvPr>
            <p:cNvSpPr/>
            <p:nvPr/>
          </p:nvSpPr>
          <p:spPr>
            <a:xfrm>
              <a:off x="1281240" y="1244520"/>
              <a:ext cx="38160" cy="11880"/>
            </a:xfrm>
            <a:custGeom>
              <a:avLst/>
              <a:gdLst/>
              <a:ahLst/>
              <a:cxnLst/>
              <a:rect l="l" t="t" r="r" b="b"/>
              <a:pathLst>
                <a:path w="106" h="33" extrusionOk="0">
                  <a:moveTo>
                    <a:pt x="17" y="33"/>
                  </a:moveTo>
                  <a:lnTo>
                    <a:pt x="89" y="33"/>
                  </a:lnTo>
                  <a:cubicBezTo>
                    <a:pt x="99" y="33"/>
                    <a:pt x="106" y="26"/>
                    <a:pt x="106" y="17"/>
                  </a:cubicBezTo>
                  <a:cubicBezTo>
                    <a:pt x="106" y="8"/>
                    <a:pt x="99" y="0"/>
                    <a:pt x="89" y="0"/>
                  </a:cubicBezTo>
                  <a:lnTo>
                    <a:pt x="17" y="0"/>
                  </a:lnTo>
                  <a:cubicBezTo>
                    <a:pt x="8" y="0"/>
                    <a:pt x="0" y="8"/>
                    <a:pt x="0" y="17"/>
                  </a:cubicBezTo>
                  <a:cubicBezTo>
                    <a:pt x="0" y="26"/>
                    <a:pt x="8" y="33"/>
                    <a:pt x="17" y="33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" name="Google Shape;1604;p44">
            <a:extLst>
              <a:ext uri="{FF2B5EF4-FFF2-40B4-BE49-F238E27FC236}">
                <a16:creationId xmlns:a16="http://schemas.microsoft.com/office/drawing/2014/main" id="{ACF692D9-4557-37B7-E32C-018ACB99C365}"/>
              </a:ext>
            </a:extLst>
          </p:cNvPr>
          <p:cNvGrpSpPr/>
          <p:nvPr/>
        </p:nvGrpSpPr>
        <p:grpSpPr>
          <a:xfrm>
            <a:off x="4385389" y="2241106"/>
            <a:ext cx="373222" cy="349272"/>
            <a:chOff x="980640" y="1140120"/>
            <a:chExt cx="403920" cy="378000"/>
          </a:xfrm>
        </p:grpSpPr>
        <p:sp>
          <p:nvSpPr>
            <p:cNvPr id="18" name="Google Shape;1605;p44">
              <a:extLst>
                <a:ext uri="{FF2B5EF4-FFF2-40B4-BE49-F238E27FC236}">
                  <a16:creationId xmlns:a16="http://schemas.microsoft.com/office/drawing/2014/main" id="{3DE62ADD-2D7A-5150-9E7E-C3877D7AFF9B}"/>
                </a:ext>
              </a:extLst>
            </p:cNvPr>
            <p:cNvSpPr/>
            <p:nvPr/>
          </p:nvSpPr>
          <p:spPr>
            <a:xfrm>
              <a:off x="1135440" y="1148760"/>
              <a:ext cx="94320" cy="101880"/>
            </a:xfrm>
            <a:custGeom>
              <a:avLst/>
              <a:gdLst/>
              <a:ahLst/>
              <a:cxnLst/>
              <a:rect l="l" t="t" r="r" b="b"/>
              <a:pathLst>
                <a:path w="262" h="283" extrusionOk="0">
                  <a:moveTo>
                    <a:pt x="259" y="153"/>
                  </a:moveTo>
                  <a:lnTo>
                    <a:pt x="142" y="5"/>
                  </a:lnTo>
                  <a:cubicBezTo>
                    <a:pt x="136" y="-1"/>
                    <a:pt x="126" y="-1"/>
                    <a:pt x="121" y="5"/>
                  </a:cubicBezTo>
                  <a:lnTo>
                    <a:pt x="3" y="153"/>
                  </a:lnTo>
                  <a:cubicBezTo>
                    <a:pt x="-4" y="161"/>
                    <a:pt x="2" y="174"/>
                    <a:pt x="13" y="174"/>
                  </a:cubicBezTo>
                  <a:lnTo>
                    <a:pt x="45" y="174"/>
                  </a:lnTo>
                  <a:cubicBezTo>
                    <a:pt x="53" y="174"/>
                    <a:pt x="59" y="180"/>
                    <a:pt x="59" y="187"/>
                  </a:cubicBezTo>
                  <a:lnTo>
                    <a:pt x="59" y="270"/>
                  </a:lnTo>
                  <a:cubicBezTo>
                    <a:pt x="59" y="277"/>
                    <a:pt x="65" y="283"/>
                    <a:pt x="72" y="283"/>
                  </a:cubicBezTo>
                  <a:lnTo>
                    <a:pt x="191" y="283"/>
                  </a:lnTo>
                  <a:cubicBezTo>
                    <a:pt x="198" y="283"/>
                    <a:pt x="204" y="277"/>
                    <a:pt x="204" y="270"/>
                  </a:cubicBezTo>
                  <a:lnTo>
                    <a:pt x="204" y="187"/>
                  </a:lnTo>
                  <a:cubicBezTo>
                    <a:pt x="204" y="180"/>
                    <a:pt x="210" y="174"/>
                    <a:pt x="217" y="174"/>
                  </a:cubicBezTo>
                  <a:lnTo>
                    <a:pt x="249" y="174"/>
                  </a:lnTo>
                  <a:cubicBezTo>
                    <a:pt x="260" y="174"/>
                    <a:pt x="266" y="161"/>
                    <a:pt x="259" y="153"/>
                  </a:cubicBezTo>
                  <a:close/>
                </a:path>
              </a:pathLst>
            </a:custGeom>
            <a:solidFill>
              <a:srgbClr val="EB6E80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606;p44">
              <a:extLst>
                <a:ext uri="{FF2B5EF4-FFF2-40B4-BE49-F238E27FC236}">
                  <a16:creationId xmlns:a16="http://schemas.microsoft.com/office/drawing/2014/main" id="{32099DC9-5CFD-FB0B-92E3-7C1D7DF0DC0B}"/>
                </a:ext>
              </a:extLst>
            </p:cNvPr>
            <p:cNvSpPr/>
            <p:nvPr/>
          </p:nvSpPr>
          <p:spPr>
            <a:xfrm>
              <a:off x="986760" y="1145880"/>
              <a:ext cx="392040" cy="366120"/>
            </a:xfrm>
            <a:custGeom>
              <a:avLst/>
              <a:gdLst/>
              <a:ahLst/>
              <a:cxnLst/>
              <a:rect l="l" t="t" r="r" b="b"/>
              <a:pathLst>
                <a:path w="1089" h="1017" extrusionOk="0">
                  <a:moveTo>
                    <a:pt x="72" y="931"/>
                  </a:moveTo>
                  <a:lnTo>
                    <a:pt x="72" y="14"/>
                  </a:lnTo>
                  <a:cubicBezTo>
                    <a:pt x="72" y="6"/>
                    <a:pt x="66" y="0"/>
                    <a:pt x="59" y="0"/>
                  </a:cubicBezTo>
                  <a:lnTo>
                    <a:pt x="13" y="0"/>
                  </a:lnTo>
                  <a:cubicBezTo>
                    <a:pt x="5" y="0"/>
                    <a:pt x="0" y="6"/>
                    <a:pt x="0" y="14"/>
                  </a:cubicBezTo>
                  <a:lnTo>
                    <a:pt x="0" y="1017"/>
                  </a:lnTo>
                  <a:lnTo>
                    <a:pt x="1076" y="1017"/>
                  </a:lnTo>
                  <a:cubicBezTo>
                    <a:pt x="1083" y="1017"/>
                    <a:pt x="1089" y="1011"/>
                    <a:pt x="1089" y="1004"/>
                  </a:cubicBezTo>
                  <a:lnTo>
                    <a:pt x="1089" y="958"/>
                  </a:lnTo>
                  <a:cubicBezTo>
                    <a:pt x="1089" y="951"/>
                    <a:pt x="1083" y="945"/>
                    <a:pt x="1076" y="945"/>
                  </a:cubicBezTo>
                  <a:lnTo>
                    <a:pt x="85" y="945"/>
                  </a:lnTo>
                  <a:cubicBezTo>
                    <a:pt x="78" y="945"/>
                    <a:pt x="72" y="939"/>
                    <a:pt x="72" y="931"/>
                  </a:cubicBezTo>
                  <a:close/>
                </a:path>
              </a:pathLst>
            </a:custGeom>
            <a:solidFill>
              <a:srgbClr val="DDFBF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1607;p44">
              <a:extLst>
                <a:ext uri="{FF2B5EF4-FFF2-40B4-BE49-F238E27FC236}">
                  <a16:creationId xmlns:a16="http://schemas.microsoft.com/office/drawing/2014/main" id="{CEEBD63D-30A3-B7F2-8F60-46C2FA82853B}"/>
                </a:ext>
              </a:extLst>
            </p:cNvPr>
            <p:cNvSpPr/>
            <p:nvPr/>
          </p:nvSpPr>
          <p:spPr>
            <a:xfrm>
              <a:off x="1064880" y="1381320"/>
              <a:ext cx="52560" cy="78480"/>
            </a:xfrm>
            <a:custGeom>
              <a:avLst/>
              <a:gdLst/>
              <a:ahLst/>
              <a:cxnLst/>
              <a:rect l="l" t="t" r="r" b="b"/>
              <a:pathLst>
                <a:path w="146" h="218" extrusionOk="0">
                  <a:moveTo>
                    <a:pt x="133" y="0"/>
                  </a:moveTo>
                  <a:lnTo>
                    <a:pt x="14" y="0"/>
                  </a:lnTo>
                  <a:cubicBezTo>
                    <a:pt x="6" y="0"/>
                    <a:pt x="0" y="6"/>
                    <a:pt x="0" y="13"/>
                  </a:cubicBezTo>
                  <a:lnTo>
                    <a:pt x="0" y="205"/>
                  </a:lnTo>
                  <a:cubicBezTo>
                    <a:pt x="0" y="212"/>
                    <a:pt x="6" y="218"/>
                    <a:pt x="14" y="218"/>
                  </a:cubicBezTo>
                  <a:lnTo>
                    <a:pt x="133" y="218"/>
                  </a:lnTo>
                  <a:cubicBezTo>
                    <a:pt x="140" y="218"/>
                    <a:pt x="146" y="212"/>
                    <a:pt x="146" y="205"/>
                  </a:cubicBezTo>
                  <a:lnTo>
                    <a:pt x="146" y="13"/>
                  </a:lnTo>
                  <a:cubicBezTo>
                    <a:pt x="146" y="6"/>
                    <a:pt x="140" y="0"/>
                    <a:pt x="133" y="0"/>
                  </a:cubicBezTo>
                  <a:close/>
                </a:path>
              </a:pathLst>
            </a:custGeom>
            <a:solidFill>
              <a:srgbClr val="008F95"/>
            </a:solidFill>
            <a:ln>
              <a:noFill/>
            </a:ln>
          </p:spPr>
          <p:txBody>
            <a:bodyPr spcFirstLastPara="1" wrap="square" lIns="90000" tIns="33475" rIns="90000" bIns="334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1608;p44">
              <a:extLst>
                <a:ext uri="{FF2B5EF4-FFF2-40B4-BE49-F238E27FC236}">
                  <a16:creationId xmlns:a16="http://schemas.microsoft.com/office/drawing/2014/main" id="{DEB7EB32-ECAB-CF98-94F0-47CC706C6D34}"/>
                </a:ext>
              </a:extLst>
            </p:cNvPr>
            <p:cNvSpPr/>
            <p:nvPr/>
          </p:nvSpPr>
          <p:spPr>
            <a:xfrm>
              <a:off x="1169640" y="1329120"/>
              <a:ext cx="52200" cy="130680"/>
            </a:xfrm>
            <a:custGeom>
              <a:avLst/>
              <a:gdLst/>
              <a:ahLst/>
              <a:cxnLst/>
              <a:rect l="l" t="t" r="r" b="b"/>
              <a:pathLst>
                <a:path w="145" h="363" extrusionOk="0">
                  <a:moveTo>
                    <a:pt x="132" y="0"/>
                  </a:moveTo>
                  <a:lnTo>
                    <a:pt x="13" y="0"/>
                  </a:lnTo>
                  <a:cubicBezTo>
                    <a:pt x="6" y="0"/>
                    <a:pt x="0" y="6"/>
                    <a:pt x="0" y="13"/>
                  </a:cubicBezTo>
                  <a:lnTo>
                    <a:pt x="0" y="350"/>
                  </a:lnTo>
                  <a:cubicBezTo>
                    <a:pt x="0" y="357"/>
                    <a:pt x="6" y="363"/>
                    <a:pt x="13" y="363"/>
                  </a:cubicBezTo>
                  <a:lnTo>
                    <a:pt x="132" y="363"/>
                  </a:lnTo>
                  <a:cubicBezTo>
                    <a:pt x="139" y="363"/>
                    <a:pt x="145" y="357"/>
                    <a:pt x="145" y="350"/>
                  </a:cubicBezTo>
                  <a:lnTo>
                    <a:pt x="145" y="13"/>
                  </a:lnTo>
                  <a:cubicBezTo>
                    <a:pt x="145" y="6"/>
                    <a:pt x="139" y="0"/>
                    <a:pt x="132" y="0"/>
                  </a:cubicBezTo>
                  <a:close/>
                </a:path>
              </a:pathLst>
            </a:custGeom>
            <a:solidFill>
              <a:srgbClr val="008F9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1609;p44">
              <a:extLst>
                <a:ext uri="{FF2B5EF4-FFF2-40B4-BE49-F238E27FC236}">
                  <a16:creationId xmlns:a16="http://schemas.microsoft.com/office/drawing/2014/main" id="{83732386-938C-0BD6-4FAD-2DBE182F3872}"/>
                </a:ext>
              </a:extLst>
            </p:cNvPr>
            <p:cNvSpPr/>
            <p:nvPr/>
          </p:nvSpPr>
          <p:spPr>
            <a:xfrm>
              <a:off x="1274400" y="1276920"/>
              <a:ext cx="52200" cy="182880"/>
            </a:xfrm>
            <a:custGeom>
              <a:avLst/>
              <a:gdLst/>
              <a:ahLst/>
              <a:cxnLst/>
              <a:rect l="l" t="t" r="r" b="b"/>
              <a:pathLst>
                <a:path w="145" h="508" extrusionOk="0">
                  <a:moveTo>
                    <a:pt x="132" y="0"/>
                  </a:moveTo>
                  <a:lnTo>
                    <a:pt x="13" y="0"/>
                  </a:lnTo>
                  <a:cubicBezTo>
                    <a:pt x="5" y="0"/>
                    <a:pt x="0" y="5"/>
                    <a:pt x="0" y="13"/>
                  </a:cubicBezTo>
                  <a:lnTo>
                    <a:pt x="0" y="495"/>
                  </a:lnTo>
                  <a:cubicBezTo>
                    <a:pt x="0" y="502"/>
                    <a:pt x="5" y="508"/>
                    <a:pt x="13" y="508"/>
                  </a:cubicBezTo>
                  <a:lnTo>
                    <a:pt x="132" y="508"/>
                  </a:lnTo>
                  <a:cubicBezTo>
                    <a:pt x="139" y="508"/>
                    <a:pt x="145" y="502"/>
                    <a:pt x="145" y="495"/>
                  </a:cubicBezTo>
                  <a:lnTo>
                    <a:pt x="145" y="13"/>
                  </a:lnTo>
                  <a:cubicBezTo>
                    <a:pt x="145" y="5"/>
                    <a:pt x="139" y="0"/>
                    <a:pt x="132" y="0"/>
                  </a:cubicBezTo>
                  <a:close/>
                </a:path>
              </a:pathLst>
            </a:custGeom>
            <a:solidFill>
              <a:srgbClr val="008F9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1610;p44">
              <a:extLst>
                <a:ext uri="{FF2B5EF4-FFF2-40B4-BE49-F238E27FC236}">
                  <a16:creationId xmlns:a16="http://schemas.microsoft.com/office/drawing/2014/main" id="{A6D7FF85-B25E-59BA-743F-37EF4DE9D513}"/>
                </a:ext>
              </a:extLst>
            </p:cNvPr>
            <p:cNvSpPr/>
            <p:nvPr/>
          </p:nvSpPr>
          <p:spPr>
            <a:xfrm>
              <a:off x="1357560" y="1486080"/>
              <a:ext cx="21240" cy="25920"/>
            </a:xfrm>
            <a:custGeom>
              <a:avLst/>
              <a:gdLst/>
              <a:ahLst/>
              <a:cxnLst/>
              <a:rect l="l" t="t" r="r" b="b"/>
              <a:pathLst>
                <a:path w="59" h="72" extrusionOk="0">
                  <a:moveTo>
                    <a:pt x="46" y="0"/>
                  </a:moveTo>
                  <a:lnTo>
                    <a:pt x="0" y="0"/>
                  </a:lnTo>
                  <a:cubicBezTo>
                    <a:pt x="7" y="0"/>
                    <a:pt x="13" y="6"/>
                    <a:pt x="13" y="13"/>
                  </a:cubicBezTo>
                  <a:lnTo>
                    <a:pt x="13" y="59"/>
                  </a:lnTo>
                  <a:cubicBezTo>
                    <a:pt x="13" y="66"/>
                    <a:pt x="7" y="72"/>
                    <a:pt x="0" y="72"/>
                  </a:cubicBezTo>
                  <a:lnTo>
                    <a:pt x="46" y="72"/>
                  </a:lnTo>
                  <a:cubicBezTo>
                    <a:pt x="53" y="72"/>
                    <a:pt x="59" y="66"/>
                    <a:pt x="59" y="59"/>
                  </a:cubicBezTo>
                  <a:lnTo>
                    <a:pt x="59" y="13"/>
                  </a:lnTo>
                  <a:cubicBezTo>
                    <a:pt x="59" y="6"/>
                    <a:pt x="53" y="0"/>
                    <a:pt x="46" y="0"/>
                  </a:cubicBezTo>
                  <a:close/>
                </a:path>
              </a:pathLst>
            </a:custGeom>
            <a:solidFill>
              <a:srgbClr val="DDFBFC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1611;p44">
              <a:extLst>
                <a:ext uri="{FF2B5EF4-FFF2-40B4-BE49-F238E27FC236}">
                  <a16:creationId xmlns:a16="http://schemas.microsoft.com/office/drawing/2014/main" id="{A61120B9-1DA3-C510-9278-27BD0E9B055B}"/>
                </a:ext>
              </a:extLst>
            </p:cNvPr>
            <p:cNvSpPr/>
            <p:nvPr/>
          </p:nvSpPr>
          <p:spPr>
            <a:xfrm>
              <a:off x="980640" y="1140120"/>
              <a:ext cx="403920" cy="378000"/>
            </a:xfrm>
            <a:custGeom>
              <a:avLst/>
              <a:gdLst/>
              <a:ahLst/>
              <a:cxnLst/>
              <a:rect l="l" t="t" r="r" b="b"/>
              <a:pathLst>
                <a:path w="1122" h="1050" extrusionOk="0">
                  <a:moveTo>
                    <a:pt x="1090" y="1017"/>
                  </a:moveTo>
                  <a:lnTo>
                    <a:pt x="1050" y="1017"/>
                  </a:lnTo>
                  <a:lnTo>
                    <a:pt x="1050" y="977"/>
                  </a:lnTo>
                  <a:lnTo>
                    <a:pt x="1090" y="977"/>
                  </a:lnTo>
                  <a:lnTo>
                    <a:pt x="1090" y="1017"/>
                  </a:lnTo>
                  <a:moveTo>
                    <a:pt x="33" y="33"/>
                  </a:moveTo>
                  <a:lnTo>
                    <a:pt x="73" y="33"/>
                  </a:lnTo>
                  <a:lnTo>
                    <a:pt x="73" y="73"/>
                  </a:lnTo>
                  <a:lnTo>
                    <a:pt x="33" y="73"/>
                  </a:lnTo>
                  <a:lnTo>
                    <a:pt x="33" y="33"/>
                  </a:lnTo>
                  <a:moveTo>
                    <a:pt x="1106" y="944"/>
                  </a:moveTo>
                  <a:lnTo>
                    <a:pt x="106" y="944"/>
                  </a:lnTo>
                  <a:lnTo>
                    <a:pt x="106" y="16"/>
                  </a:lnTo>
                  <a:cubicBezTo>
                    <a:pt x="106" y="7"/>
                    <a:pt x="98" y="0"/>
                    <a:pt x="89" y="0"/>
                  </a:cubicBezTo>
                  <a:lnTo>
                    <a:pt x="17" y="0"/>
                  </a:lnTo>
                  <a:cubicBezTo>
                    <a:pt x="12" y="0"/>
                    <a:pt x="8" y="2"/>
                    <a:pt x="5" y="5"/>
                  </a:cubicBezTo>
                  <a:cubicBezTo>
                    <a:pt x="2" y="8"/>
                    <a:pt x="0" y="12"/>
                    <a:pt x="0" y="16"/>
                  </a:cubicBezTo>
                  <a:lnTo>
                    <a:pt x="0" y="89"/>
                  </a:lnTo>
                  <a:lnTo>
                    <a:pt x="0" y="89"/>
                  </a:lnTo>
                  <a:lnTo>
                    <a:pt x="0" y="1033"/>
                  </a:lnTo>
                  <a:cubicBezTo>
                    <a:pt x="0" y="1042"/>
                    <a:pt x="7" y="1050"/>
                    <a:pt x="17" y="1050"/>
                  </a:cubicBezTo>
                  <a:lnTo>
                    <a:pt x="130" y="1050"/>
                  </a:lnTo>
                  <a:cubicBezTo>
                    <a:pt x="139" y="1050"/>
                    <a:pt x="147" y="1042"/>
                    <a:pt x="147" y="1033"/>
                  </a:cubicBezTo>
                  <a:cubicBezTo>
                    <a:pt x="147" y="1024"/>
                    <a:pt x="139" y="1017"/>
                    <a:pt x="130" y="1017"/>
                  </a:cubicBezTo>
                  <a:lnTo>
                    <a:pt x="33" y="1017"/>
                  </a:lnTo>
                  <a:lnTo>
                    <a:pt x="33" y="105"/>
                  </a:lnTo>
                  <a:lnTo>
                    <a:pt x="73" y="105"/>
                  </a:lnTo>
                  <a:lnTo>
                    <a:pt x="73" y="961"/>
                  </a:lnTo>
                  <a:cubicBezTo>
                    <a:pt x="73" y="970"/>
                    <a:pt x="80" y="977"/>
                    <a:pt x="89" y="977"/>
                  </a:cubicBezTo>
                  <a:lnTo>
                    <a:pt x="1017" y="977"/>
                  </a:lnTo>
                  <a:lnTo>
                    <a:pt x="1017" y="1017"/>
                  </a:lnTo>
                  <a:lnTo>
                    <a:pt x="196" y="1017"/>
                  </a:lnTo>
                  <a:cubicBezTo>
                    <a:pt x="187" y="1017"/>
                    <a:pt x="180" y="1024"/>
                    <a:pt x="180" y="1033"/>
                  </a:cubicBezTo>
                  <a:cubicBezTo>
                    <a:pt x="180" y="1042"/>
                    <a:pt x="187" y="1050"/>
                    <a:pt x="196" y="1050"/>
                  </a:cubicBezTo>
                  <a:lnTo>
                    <a:pt x="1106" y="1050"/>
                  </a:lnTo>
                  <a:cubicBezTo>
                    <a:pt x="1115" y="1050"/>
                    <a:pt x="1122" y="1042"/>
                    <a:pt x="1122" y="1033"/>
                  </a:cubicBezTo>
                  <a:lnTo>
                    <a:pt x="1122" y="961"/>
                  </a:lnTo>
                  <a:cubicBezTo>
                    <a:pt x="1122" y="952"/>
                    <a:pt x="1115" y="944"/>
                    <a:pt x="1106" y="944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1612;p44">
              <a:extLst>
                <a:ext uri="{FF2B5EF4-FFF2-40B4-BE49-F238E27FC236}">
                  <a16:creationId xmlns:a16="http://schemas.microsoft.com/office/drawing/2014/main" id="{B5C6D775-15D7-BE72-F3AF-BF5FB2FA0C98}"/>
                </a:ext>
              </a:extLst>
            </p:cNvPr>
            <p:cNvSpPr/>
            <p:nvPr/>
          </p:nvSpPr>
          <p:spPr>
            <a:xfrm>
              <a:off x="1059120" y="1375560"/>
              <a:ext cx="64080" cy="90000"/>
            </a:xfrm>
            <a:custGeom>
              <a:avLst/>
              <a:gdLst/>
              <a:ahLst/>
              <a:cxnLst/>
              <a:rect l="l" t="t" r="r" b="b"/>
              <a:pathLst>
                <a:path w="178" h="250" extrusionOk="0">
                  <a:moveTo>
                    <a:pt x="33" y="33"/>
                  </a:moveTo>
                  <a:lnTo>
                    <a:pt x="145" y="33"/>
                  </a:lnTo>
                  <a:lnTo>
                    <a:pt x="145" y="218"/>
                  </a:lnTo>
                  <a:lnTo>
                    <a:pt x="33" y="218"/>
                  </a:lnTo>
                  <a:lnTo>
                    <a:pt x="33" y="33"/>
                  </a:lnTo>
                  <a:moveTo>
                    <a:pt x="16" y="250"/>
                  </a:moveTo>
                  <a:lnTo>
                    <a:pt x="162" y="250"/>
                  </a:lnTo>
                  <a:cubicBezTo>
                    <a:pt x="171" y="250"/>
                    <a:pt x="178" y="243"/>
                    <a:pt x="178" y="234"/>
                  </a:cubicBezTo>
                  <a:lnTo>
                    <a:pt x="178" y="16"/>
                  </a:lnTo>
                  <a:cubicBezTo>
                    <a:pt x="178" y="7"/>
                    <a:pt x="171" y="0"/>
                    <a:pt x="162" y="0"/>
                  </a:cubicBezTo>
                  <a:lnTo>
                    <a:pt x="16" y="0"/>
                  </a:lnTo>
                  <a:cubicBezTo>
                    <a:pt x="7" y="0"/>
                    <a:pt x="0" y="7"/>
                    <a:pt x="0" y="16"/>
                  </a:cubicBezTo>
                  <a:lnTo>
                    <a:pt x="0" y="234"/>
                  </a:lnTo>
                  <a:cubicBezTo>
                    <a:pt x="0" y="243"/>
                    <a:pt x="7" y="250"/>
                    <a:pt x="16" y="250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1613;p44">
              <a:extLst>
                <a:ext uri="{FF2B5EF4-FFF2-40B4-BE49-F238E27FC236}">
                  <a16:creationId xmlns:a16="http://schemas.microsoft.com/office/drawing/2014/main" id="{AD12098D-404B-B182-2518-27EDDDCDA45E}"/>
                </a:ext>
              </a:extLst>
            </p:cNvPr>
            <p:cNvSpPr/>
            <p:nvPr/>
          </p:nvSpPr>
          <p:spPr>
            <a:xfrm>
              <a:off x="1163880" y="1323000"/>
              <a:ext cx="64080" cy="142560"/>
            </a:xfrm>
            <a:custGeom>
              <a:avLst/>
              <a:gdLst/>
              <a:ahLst/>
              <a:cxnLst/>
              <a:rect l="l" t="t" r="r" b="b"/>
              <a:pathLst>
                <a:path w="178" h="396" extrusionOk="0">
                  <a:moveTo>
                    <a:pt x="32" y="33"/>
                  </a:moveTo>
                  <a:lnTo>
                    <a:pt x="145" y="33"/>
                  </a:lnTo>
                  <a:lnTo>
                    <a:pt x="145" y="364"/>
                  </a:lnTo>
                  <a:lnTo>
                    <a:pt x="32" y="364"/>
                  </a:lnTo>
                  <a:lnTo>
                    <a:pt x="32" y="33"/>
                  </a:lnTo>
                  <a:moveTo>
                    <a:pt x="0" y="17"/>
                  </a:moveTo>
                  <a:lnTo>
                    <a:pt x="0" y="380"/>
                  </a:lnTo>
                  <a:cubicBezTo>
                    <a:pt x="0" y="389"/>
                    <a:pt x="7" y="396"/>
                    <a:pt x="16" y="396"/>
                  </a:cubicBezTo>
                  <a:lnTo>
                    <a:pt x="161" y="396"/>
                  </a:lnTo>
                  <a:cubicBezTo>
                    <a:pt x="170" y="396"/>
                    <a:pt x="178" y="389"/>
                    <a:pt x="178" y="380"/>
                  </a:cubicBezTo>
                  <a:lnTo>
                    <a:pt x="178" y="17"/>
                  </a:lnTo>
                  <a:cubicBezTo>
                    <a:pt x="178" y="8"/>
                    <a:pt x="170" y="0"/>
                    <a:pt x="161" y="0"/>
                  </a:cubicBezTo>
                  <a:lnTo>
                    <a:pt x="16" y="0"/>
                  </a:lnTo>
                  <a:cubicBezTo>
                    <a:pt x="7" y="0"/>
                    <a:pt x="0" y="8"/>
                    <a:pt x="0" y="17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1614;p44">
              <a:extLst>
                <a:ext uri="{FF2B5EF4-FFF2-40B4-BE49-F238E27FC236}">
                  <a16:creationId xmlns:a16="http://schemas.microsoft.com/office/drawing/2014/main" id="{53527324-3BA9-E3F1-DE2A-ED484D307D2B}"/>
                </a:ext>
              </a:extLst>
            </p:cNvPr>
            <p:cNvSpPr/>
            <p:nvPr/>
          </p:nvSpPr>
          <p:spPr>
            <a:xfrm>
              <a:off x="1268280" y="1270800"/>
              <a:ext cx="64080" cy="194760"/>
            </a:xfrm>
            <a:custGeom>
              <a:avLst/>
              <a:gdLst/>
              <a:ahLst/>
              <a:cxnLst/>
              <a:rect l="l" t="t" r="r" b="b"/>
              <a:pathLst>
                <a:path w="178" h="541" extrusionOk="0">
                  <a:moveTo>
                    <a:pt x="33" y="33"/>
                  </a:moveTo>
                  <a:lnTo>
                    <a:pt x="145" y="33"/>
                  </a:lnTo>
                  <a:lnTo>
                    <a:pt x="145" y="509"/>
                  </a:lnTo>
                  <a:lnTo>
                    <a:pt x="33" y="509"/>
                  </a:lnTo>
                  <a:lnTo>
                    <a:pt x="33" y="33"/>
                  </a:lnTo>
                  <a:moveTo>
                    <a:pt x="16" y="541"/>
                  </a:moveTo>
                  <a:lnTo>
                    <a:pt x="162" y="541"/>
                  </a:lnTo>
                  <a:cubicBezTo>
                    <a:pt x="171" y="541"/>
                    <a:pt x="178" y="534"/>
                    <a:pt x="178" y="525"/>
                  </a:cubicBezTo>
                  <a:lnTo>
                    <a:pt x="178" y="17"/>
                  </a:lnTo>
                  <a:cubicBezTo>
                    <a:pt x="178" y="7"/>
                    <a:pt x="171" y="0"/>
                    <a:pt x="162" y="0"/>
                  </a:cubicBezTo>
                  <a:lnTo>
                    <a:pt x="16" y="0"/>
                  </a:lnTo>
                  <a:cubicBezTo>
                    <a:pt x="7" y="0"/>
                    <a:pt x="0" y="7"/>
                    <a:pt x="0" y="17"/>
                  </a:cubicBezTo>
                  <a:lnTo>
                    <a:pt x="0" y="525"/>
                  </a:lnTo>
                  <a:cubicBezTo>
                    <a:pt x="0" y="534"/>
                    <a:pt x="7" y="541"/>
                    <a:pt x="16" y="541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1615;p44">
              <a:extLst>
                <a:ext uri="{FF2B5EF4-FFF2-40B4-BE49-F238E27FC236}">
                  <a16:creationId xmlns:a16="http://schemas.microsoft.com/office/drawing/2014/main" id="{F11E25C0-D332-2547-C4C4-EAA263742875}"/>
                </a:ext>
              </a:extLst>
            </p:cNvPr>
            <p:cNvSpPr/>
            <p:nvPr/>
          </p:nvSpPr>
          <p:spPr>
            <a:xfrm>
              <a:off x="1124280" y="1140120"/>
              <a:ext cx="116640" cy="116280"/>
            </a:xfrm>
            <a:custGeom>
              <a:avLst/>
              <a:gdLst/>
              <a:ahLst/>
              <a:cxnLst/>
              <a:rect l="l" t="t" r="r" b="b"/>
              <a:pathLst>
                <a:path w="324" h="323" extrusionOk="0">
                  <a:moveTo>
                    <a:pt x="162" y="43"/>
                  </a:moveTo>
                  <a:lnTo>
                    <a:pt x="273" y="182"/>
                  </a:lnTo>
                  <a:lnTo>
                    <a:pt x="235" y="182"/>
                  </a:lnTo>
                  <a:cubicBezTo>
                    <a:pt x="226" y="182"/>
                    <a:pt x="218" y="189"/>
                    <a:pt x="218" y="198"/>
                  </a:cubicBezTo>
                  <a:lnTo>
                    <a:pt x="218" y="290"/>
                  </a:lnTo>
                  <a:lnTo>
                    <a:pt x="106" y="290"/>
                  </a:lnTo>
                  <a:lnTo>
                    <a:pt x="106" y="198"/>
                  </a:lnTo>
                  <a:cubicBezTo>
                    <a:pt x="106" y="189"/>
                    <a:pt x="99" y="182"/>
                    <a:pt x="90" y="182"/>
                  </a:cubicBezTo>
                  <a:lnTo>
                    <a:pt x="51" y="182"/>
                  </a:lnTo>
                  <a:lnTo>
                    <a:pt x="162" y="43"/>
                  </a:lnTo>
                  <a:moveTo>
                    <a:pt x="17" y="214"/>
                  </a:moveTo>
                  <a:lnTo>
                    <a:pt x="73" y="214"/>
                  </a:lnTo>
                  <a:lnTo>
                    <a:pt x="73" y="307"/>
                  </a:lnTo>
                  <a:cubicBezTo>
                    <a:pt x="73" y="316"/>
                    <a:pt x="81" y="323"/>
                    <a:pt x="90" y="323"/>
                  </a:cubicBezTo>
                  <a:lnTo>
                    <a:pt x="235" y="323"/>
                  </a:lnTo>
                  <a:cubicBezTo>
                    <a:pt x="244" y="323"/>
                    <a:pt x="251" y="316"/>
                    <a:pt x="251" y="307"/>
                  </a:cubicBezTo>
                  <a:lnTo>
                    <a:pt x="251" y="214"/>
                  </a:lnTo>
                  <a:lnTo>
                    <a:pt x="308" y="214"/>
                  </a:lnTo>
                  <a:cubicBezTo>
                    <a:pt x="314" y="214"/>
                    <a:pt x="320" y="211"/>
                    <a:pt x="322" y="205"/>
                  </a:cubicBezTo>
                  <a:cubicBezTo>
                    <a:pt x="325" y="199"/>
                    <a:pt x="324" y="193"/>
                    <a:pt x="320" y="188"/>
                  </a:cubicBezTo>
                  <a:lnTo>
                    <a:pt x="175" y="6"/>
                  </a:lnTo>
                  <a:cubicBezTo>
                    <a:pt x="172" y="2"/>
                    <a:pt x="167" y="0"/>
                    <a:pt x="162" y="0"/>
                  </a:cubicBezTo>
                  <a:cubicBezTo>
                    <a:pt x="157" y="0"/>
                    <a:pt x="153" y="2"/>
                    <a:pt x="149" y="6"/>
                  </a:cubicBezTo>
                  <a:lnTo>
                    <a:pt x="4" y="188"/>
                  </a:lnTo>
                  <a:cubicBezTo>
                    <a:pt x="0" y="193"/>
                    <a:pt x="-1" y="199"/>
                    <a:pt x="2" y="205"/>
                  </a:cubicBezTo>
                  <a:cubicBezTo>
                    <a:pt x="5" y="211"/>
                    <a:pt x="11" y="214"/>
                    <a:pt x="17" y="214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1616;p44">
              <a:extLst>
                <a:ext uri="{FF2B5EF4-FFF2-40B4-BE49-F238E27FC236}">
                  <a16:creationId xmlns:a16="http://schemas.microsoft.com/office/drawing/2014/main" id="{3E51062C-FA92-83E4-A69E-6892DC19792F}"/>
                </a:ext>
              </a:extLst>
            </p:cNvPr>
            <p:cNvSpPr/>
            <p:nvPr/>
          </p:nvSpPr>
          <p:spPr>
            <a:xfrm>
              <a:off x="1072080" y="1349280"/>
              <a:ext cx="38160" cy="11880"/>
            </a:xfrm>
            <a:custGeom>
              <a:avLst/>
              <a:gdLst/>
              <a:ahLst/>
              <a:cxnLst/>
              <a:rect l="l" t="t" r="r" b="b"/>
              <a:pathLst>
                <a:path w="106" h="33" extrusionOk="0">
                  <a:moveTo>
                    <a:pt x="17" y="33"/>
                  </a:moveTo>
                  <a:lnTo>
                    <a:pt x="89" y="33"/>
                  </a:lnTo>
                  <a:cubicBezTo>
                    <a:pt x="98" y="33"/>
                    <a:pt x="106" y="26"/>
                    <a:pt x="106" y="16"/>
                  </a:cubicBezTo>
                  <a:cubicBezTo>
                    <a:pt x="106" y="7"/>
                    <a:pt x="98" y="0"/>
                    <a:pt x="89" y="0"/>
                  </a:cubicBezTo>
                  <a:lnTo>
                    <a:pt x="17" y="0"/>
                  </a:lnTo>
                  <a:cubicBezTo>
                    <a:pt x="8" y="0"/>
                    <a:pt x="0" y="7"/>
                    <a:pt x="0" y="16"/>
                  </a:cubicBezTo>
                  <a:cubicBezTo>
                    <a:pt x="0" y="26"/>
                    <a:pt x="8" y="33"/>
                    <a:pt x="17" y="33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1617;p44">
              <a:extLst>
                <a:ext uri="{FF2B5EF4-FFF2-40B4-BE49-F238E27FC236}">
                  <a16:creationId xmlns:a16="http://schemas.microsoft.com/office/drawing/2014/main" id="{517C8A39-511C-EEAF-74ED-F31BB32CC555}"/>
                </a:ext>
              </a:extLst>
            </p:cNvPr>
            <p:cNvSpPr/>
            <p:nvPr/>
          </p:nvSpPr>
          <p:spPr>
            <a:xfrm>
              <a:off x="1176840" y="1297080"/>
              <a:ext cx="37800" cy="11880"/>
            </a:xfrm>
            <a:custGeom>
              <a:avLst/>
              <a:gdLst/>
              <a:ahLst/>
              <a:cxnLst/>
              <a:rect l="l" t="t" r="r" b="b"/>
              <a:pathLst>
                <a:path w="105" h="33" extrusionOk="0">
                  <a:moveTo>
                    <a:pt x="89" y="33"/>
                  </a:moveTo>
                  <a:cubicBezTo>
                    <a:pt x="98" y="33"/>
                    <a:pt x="105" y="25"/>
                    <a:pt x="105" y="16"/>
                  </a:cubicBezTo>
                  <a:cubicBezTo>
                    <a:pt x="105" y="7"/>
                    <a:pt x="98" y="0"/>
                    <a:pt x="89" y="0"/>
                  </a:cubicBezTo>
                  <a:lnTo>
                    <a:pt x="16" y="0"/>
                  </a:ln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7" y="33"/>
                    <a:pt x="16" y="33"/>
                  </a:cubicBezTo>
                  <a:lnTo>
                    <a:pt x="89" y="33"/>
                  </a:ln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1618;p44">
              <a:extLst>
                <a:ext uri="{FF2B5EF4-FFF2-40B4-BE49-F238E27FC236}">
                  <a16:creationId xmlns:a16="http://schemas.microsoft.com/office/drawing/2014/main" id="{0299606D-CEFB-2735-8CD4-4EFE63E25B2A}"/>
                </a:ext>
              </a:extLst>
            </p:cNvPr>
            <p:cNvSpPr/>
            <p:nvPr/>
          </p:nvSpPr>
          <p:spPr>
            <a:xfrm>
              <a:off x="1281240" y="1244520"/>
              <a:ext cx="38160" cy="11880"/>
            </a:xfrm>
            <a:custGeom>
              <a:avLst/>
              <a:gdLst/>
              <a:ahLst/>
              <a:cxnLst/>
              <a:rect l="l" t="t" r="r" b="b"/>
              <a:pathLst>
                <a:path w="106" h="33" extrusionOk="0">
                  <a:moveTo>
                    <a:pt x="17" y="33"/>
                  </a:moveTo>
                  <a:lnTo>
                    <a:pt x="89" y="33"/>
                  </a:lnTo>
                  <a:cubicBezTo>
                    <a:pt x="99" y="33"/>
                    <a:pt x="106" y="26"/>
                    <a:pt x="106" y="17"/>
                  </a:cubicBezTo>
                  <a:cubicBezTo>
                    <a:pt x="106" y="8"/>
                    <a:pt x="99" y="0"/>
                    <a:pt x="89" y="0"/>
                  </a:cubicBezTo>
                  <a:lnTo>
                    <a:pt x="17" y="0"/>
                  </a:lnTo>
                  <a:cubicBezTo>
                    <a:pt x="8" y="0"/>
                    <a:pt x="0" y="8"/>
                    <a:pt x="0" y="17"/>
                  </a:cubicBezTo>
                  <a:cubicBezTo>
                    <a:pt x="0" y="26"/>
                    <a:pt x="8" y="33"/>
                    <a:pt x="17" y="33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" name="Google Shape;1604;p44">
            <a:extLst>
              <a:ext uri="{FF2B5EF4-FFF2-40B4-BE49-F238E27FC236}">
                <a16:creationId xmlns:a16="http://schemas.microsoft.com/office/drawing/2014/main" id="{22DA0DDF-9E80-6A34-A14D-AF8B3D3CD7A2}"/>
              </a:ext>
            </a:extLst>
          </p:cNvPr>
          <p:cNvGrpSpPr/>
          <p:nvPr/>
        </p:nvGrpSpPr>
        <p:grpSpPr>
          <a:xfrm>
            <a:off x="6995884" y="2241106"/>
            <a:ext cx="373222" cy="349272"/>
            <a:chOff x="980640" y="1140120"/>
            <a:chExt cx="403920" cy="378000"/>
          </a:xfrm>
        </p:grpSpPr>
        <p:sp>
          <p:nvSpPr>
            <p:cNvPr id="33" name="Google Shape;1605;p44">
              <a:extLst>
                <a:ext uri="{FF2B5EF4-FFF2-40B4-BE49-F238E27FC236}">
                  <a16:creationId xmlns:a16="http://schemas.microsoft.com/office/drawing/2014/main" id="{48653EDF-469E-5AAB-144B-C1B4C040A3BF}"/>
                </a:ext>
              </a:extLst>
            </p:cNvPr>
            <p:cNvSpPr/>
            <p:nvPr/>
          </p:nvSpPr>
          <p:spPr>
            <a:xfrm>
              <a:off x="1135440" y="1148760"/>
              <a:ext cx="94320" cy="101880"/>
            </a:xfrm>
            <a:custGeom>
              <a:avLst/>
              <a:gdLst/>
              <a:ahLst/>
              <a:cxnLst/>
              <a:rect l="l" t="t" r="r" b="b"/>
              <a:pathLst>
                <a:path w="262" h="283" extrusionOk="0">
                  <a:moveTo>
                    <a:pt x="259" y="153"/>
                  </a:moveTo>
                  <a:lnTo>
                    <a:pt x="142" y="5"/>
                  </a:lnTo>
                  <a:cubicBezTo>
                    <a:pt x="136" y="-1"/>
                    <a:pt x="126" y="-1"/>
                    <a:pt x="121" y="5"/>
                  </a:cubicBezTo>
                  <a:lnTo>
                    <a:pt x="3" y="153"/>
                  </a:lnTo>
                  <a:cubicBezTo>
                    <a:pt x="-4" y="161"/>
                    <a:pt x="2" y="174"/>
                    <a:pt x="13" y="174"/>
                  </a:cubicBezTo>
                  <a:lnTo>
                    <a:pt x="45" y="174"/>
                  </a:lnTo>
                  <a:cubicBezTo>
                    <a:pt x="53" y="174"/>
                    <a:pt x="59" y="180"/>
                    <a:pt x="59" y="187"/>
                  </a:cubicBezTo>
                  <a:lnTo>
                    <a:pt x="59" y="270"/>
                  </a:lnTo>
                  <a:cubicBezTo>
                    <a:pt x="59" y="277"/>
                    <a:pt x="65" y="283"/>
                    <a:pt x="72" y="283"/>
                  </a:cubicBezTo>
                  <a:lnTo>
                    <a:pt x="191" y="283"/>
                  </a:lnTo>
                  <a:cubicBezTo>
                    <a:pt x="198" y="283"/>
                    <a:pt x="204" y="277"/>
                    <a:pt x="204" y="270"/>
                  </a:cubicBezTo>
                  <a:lnTo>
                    <a:pt x="204" y="187"/>
                  </a:lnTo>
                  <a:cubicBezTo>
                    <a:pt x="204" y="180"/>
                    <a:pt x="210" y="174"/>
                    <a:pt x="217" y="174"/>
                  </a:cubicBezTo>
                  <a:lnTo>
                    <a:pt x="249" y="174"/>
                  </a:lnTo>
                  <a:cubicBezTo>
                    <a:pt x="260" y="174"/>
                    <a:pt x="266" y="161"/>
                    <a:pt x="259" y="153"/>
                  </a:cubicBezTo>
                  <a:close/>
                </a:path>
              </a:pathLst>
            </a:custGeom>
            <a:solidFill>
              <a:srgbClr val="EB6E80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1606;p44">
              <a:extLst>
                <a:ext uri="{FF2B5EF4-FFF2-40B4-BE49-F238E27FC236}">
                  <a16:creationId xmlns:a16="http://schemas.microsoft.com/office/drawing/2014/main" id="{510E7D22-3272-CC6F-7DCE-ABCA6AE18DEE}"/>
                </a:ext>
              </a:extLst>
            </p:cNvPr>
            <p:cNvSpPr/>
            <p:nvPr/>
          </p:nvSpPr>
          <p:spPr>
            <a:xfrm>
              <a:off x="986760" y="1145880"/>
              <a:ext cx="392040" cy="366120"/>
            </a:xfrm>
            <a:custGeom>
              <a:avLst/>
              <a:gdLst/>
              <a:ahLst/>
              <a:cxnLst/>
              <a:rect l="l" t="t" r="r" b="b"/>
              <a:pathLst>
                <a:path w="1089" h="1017" extrusionOk="0">
                  <a:moveTo>
                    <a:pt x="72" y="931"/>
                  </a:moveTo>
                  <a:lnTo>
                    <a:pt x="72" y="14"/>
                  </a:lnTo>
                  <a:cubicBezTo>
                    <a:pt x="72" y="6"/>
                    <a:pt x="66" y="0"/>
                    <a:pt x="59" y="0"/>
                  </a:cubicBezTo>
                  <a:lnTo>
                    <a:pt x="13" y="0"/>
                  </a:lnTo>
                  <a:cubicBezTo>
                    <a:pt x="5" y="0"/>
                    <a:pt x="0" y="6"/>
                    <a:pt x="0" y="14"/>
                  </a:cubicBezTo>
                  <a:lnTo>
                    <a:pt x="0" y="1017"/>
                  </a:lnTo>
                  <a:lnTo>
                    <a:pt x="1076" y="1017"/>
                  </a:lnTo>
                  <a:cubicBezTo>
                    <a:pt x="1083" y="1017"/>
                    <a:pt x="1089" y="1011"/>
                    <a:pt x="1089" y="1004"/>
                  </a:cubicBezTo>
                  <a:lnTo>
                    <a:pt x="1089" y="958"/>
                  </a:lnTo>
                  <a:cubicBezTo>
                    <a:pt x="1089" y="951"/>
                    <a:pt x="1083" y="945"/>
                    <a:pt x="1076" y="945"/>
                  </a:cubicBezTo>
                  <a:lnTo>
                    <a:pt x="85" y="945"/>
                  </a:lnTo>
                  <a:cubicBezTo>
                    <a:pt x="78" y="945"/>
                    <a:pt x="72" y="939"/>
                    <a:pt x="72" y="931"/>
                  </a:cubicBezTo>
                  <a:close/>
                </a:path>
              </a:pathLst>
            </a:custGeom>
            <a:solidFill>
              <a:srgbClr val="DDFBF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1607;p44">
              <a:extLst>
                <a:ext uri="{FF2B5EF4-FFF2-40B4-BE49-F238E27FC236}">
                  <a16:creationId xmlns:a16="http://schemas.microsoft.com/office/drawing/2014/main" id="{E5078363-2448-2BD9-5F1B-E1C01A264B34}"/>
                </a:ext>
              </a:extLst>
            </p:cNvPr>
            <p:cNvSpPr/>
            <p:nvPr/>
          </p:nvSpPr>
          <p:spPr>
            <a:xfrm>
              <a:off x="1064880" y="1381320"/>
              <a:ext cx="52560" cy="78480"/>
            </a:xfrm>
            <a:custGeom>
              <a:avLst/>
              <a:gdLst/>
              <a:ahLst/>
              <a:cxnLst/>
              <a:rect l="l" t="t" r="r" b="b"/>
              <a:pathLst>
                <a:path w="146" h="218" extrusionOk="0">
                  <a:moveTo>
                    <a:pt x="133" y="0"/>
                  </a:moveTo>
                  <a:lnTo>
                    <a:pt x="14" y="0"/>
                  </a:lnTo>
                  <a:cubicBezTo>
                    <a:pt x="6" y="0"/>
                    <a:pt x="0" y="6"/>
                    <a:pt x="0" y="13"/>
                  </a:cubicBezTo>
                  <a:lnTo>
                    <a:pt x="0" y="205"/>
                  </a:lnTo>
                  <a:cubicBezTo>
                    <a:pt x="0" y="212"/>
                    <a:pt x="6" y="218"/>
                    <a:pt x="14" y="218"/>
                  </a:cubicBezTo>
                  <a:lnTo>
                    <a:pt x="133" y="218"/>
                  </a:lnTo>
                  <a:cubicBezTo>
                    <a:pt x="140" y="218"/>
                    <a:pt x="146" y="212"/>
                    <a:pt x="146" y="205"/>
                  </a:cubicBezTo>
                  <a:lnTo>
                    <a:pt x="146" y="13"/>
                  </a:lnTo>
                  <a:cubicBezTo>
                    <a:pt x="146" y="6"/>
                    <a:pt x="140" y="0"/>
                    <a:pt x="133" y="0"/>
                  </a:cubicBezTo>
                  <a:close/>
                </a:path>
              </a:pathLst>
            </a:custGeom>
            <a:solidFill>
              <a:srgbClr val="008F95"/>
            </a:solidFill>
            <a:ln>
              <a:noFill/>
            </a:ln>
          </p:spPr>
          <p:txBody>
            <a:bodyPr spcFirstLastPara="1" wrap="square" lIns="90000" tIns="33475" rIns="90000" bIns="334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1608;p44">
              <a:extLst>
                <a:ext uri="{FF2B5EF4-FFF2-40B4-BE49-F238E27FC236}">
                  <a16:creationId xmlns:a16="http://schemas.microsoft.com/office/drawing/2014/main" id="{5E2E1B45-F6A8-0019-9B30-9ADD16A94DFA}"/>
                </a:ext>
              </a:extLst>
            </p:cNvPr>
            <p:cNvSpPr/>
            <p:nvPr/>
          </p:nvSpPr>
          <p:spPr>
            <a:xfrm>
              <a:off x="1169640" y="1329120"/>
              <a:ext cx="52200" cy="130680"/>
            </a:xfrm>
            <a:custGeom>
              <a:avLst/>
              <a:gdLst/>
              <a:ahLst/>
              <a:cxnLst/>
              <a:rect l="l" t="t" r="r" b="b"/>
              <a:pathLst>
                <a:path w="145" h="363" extrusionOk="0">
                  <a:moveTo>
                    <a:pt x="132" y="0"/>
                  </a:moveTo>
                  <a:lnTo>
                    <a:pt x="13" y="0"/>
                  </a:lnTo>
                  <a:cubicBezTo>
                    <a:pt x="6" y="0"/>
                    <a:pt x="0" y="6"/>
                    <a:pt x="0" y="13"/>
                  </a:cubicBezTo>
                  <a:lnTo>
                    <a:pt x="0" y="350"/>
                  </a:lnTo>
                  <a:cubicBezTo>
                    <a:pt x="0" y="357"/>
                    <a:pt x="6" y="363"/>
                    <a:pt x="13" y="363"/>
                  </a:cubicBezTo>
                  <a:lnTo>
                    <a:pt x="132" y="363"/>
                  </a:lnTo>
                  <a:cubicBezTo>
                    <a:pt x="139" y="363"/>
                    <a:pt x="145" y="357"/>
                    <a:pt x="145" y="350"/>
                  </a:cubicBezTo>
                  <a:lnTo>
                    <a:pt x="145" y="13"/>
                  </a:lnTo>
                  <a:cubicBezTo>
                    <a:pt x="145" y="6"/>
                    <a:pt x="139" y="0"/>
                    <a:pt x="132" y="0"/>
                  </a:cubicBezTo>
                  <a:close/>
                </a:path>
              </a:pathLst>
            </a:custGeom>
            <a:solidFill>
              <a:srgbClr val="008F9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1609;p44">
              <a:extLst>
                <a:ext uri="{FF2B5EF4-FFF2-40B4-BE49-F238E27FC236}">
                  <a16:creationId xmlns:a16="http://schemas.microsoft.com/office/drawing/2014/main" id="{24221E3C-F47D-E7BA-79D6-46CAAC961010}"/>
                </a:ext>
              </a:extLst>
            </p:cNvPr>
            <p:cNvSpPr/>
            <p:nvPr/>
          </p:nvSpPr>
          <p:spPr>
            <a:xfrm>
              <a:off x="1274400" y="1276920"/>
              <a:ext cx="52200" cy="182880"/>
            </a:xfrm>
            <a:custGeom>
              <a:avLst/>
              <a:gdLst/>
              <a:ahLst/>
              <a:cxnLst/>
              <a:rect l="l" t="t" r="r" b="b"/>
              <a:pathLst>
                <a:path w="145" h="508" extrusionOk="0">
                  <a:moveTo>
                    <a:pt x="132" y="0"/>
                  </a:moveTo>
                  <a:lnTo>
                    <a:pt x="13" y="0"/>
                  </a:lnTo>
                  <a:cubicBezTo>
                    <a:pt x="5" y="0"/>
                    <a:pt x="0" y="5"/>
                    <a:pt x="0" y="13"/>
                  </a:cubicBezTo>
                  <a:lnTo>
                    <a:pt x="0" y="495"/>
                  </a:lnTo>
                  <a:cubicBezTo>
                    <a:pt x="0" y="502"/>
                    <a:pt x="5" y="508"/>
                    <a:pt x="13" y="508"/>
                  </a:cubicBezTo>
                  <a:lnTo>
                    <a:pt x="132" y="508"/>
                  </a:lnTo>
                  <a:cubicBezTo>
                    <a:pt x="139" y="508"/>
                    <a:pt x="145" y="502"/>
                    <a:pt x="145" y="495"/>
                  </a:cubicBezTo>
                  <a:lnTo>
                    <a:pt x="145" y="13"/>
                  </a:lnTo>
                  <a:cubicBezTo>
                    <a:pt x="145" y="5"/>
                    <a:pt x="139" y="0"/>
                    <a:pt x="132" y="0"/>
                  </a:cubicBezTo>
                  <a:close/>
                </a:path>
              </a:pathLst>
            </a:custGeom>
            <a:solidFill>
              <a:srgbClr val="008F9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1610;p44">
              <a:extLst>
                <a:ext uri="{FF2B5EF4-FFF2-40B4-BE49-F238E27FC236}">
                  <a16:creationId xmlns:a16="http://schemas.microsoft.com/office/drawing/2014/main" id="{D9BB3237-857D-41AD-CE8D-3421B48E2DB0}"/>
                </a:ext>
              </a:extLst>
            </p:cNvPr>
            <p:cNvSpPr/>
            <p:nvPr/>
          </p:nvSpPr>
          <p:spPr>
            <a:xfrm>
              <a:off x="1357560" y="1486080"/>
              <a:ext cx="21240" cy="25920"/>
            </a:xfrm>
            <a:custGeom>
              <a:avLst/>
              <a:gdLst/>
              <a:ahLst/>
              <a:cxnLst/>
              <a:rect l="l" t="t" r="r" b="b"/>
              <a:pathLst>
                <a:path w="59" h="72" extrusionOk="0">
                  <a:moveTo>
                    <a:pt x="46" y="0"/>
                  </a:moveTo>
                  <a:lnTo>
                    <a:pt x="0" y="0"/>
                  </a:lnTo>
                  <a:cubicBezTo>
                    <a:pt x="7" y="0"/>
                    <a:pt x="13" y="6"/>
                    <a:pt x="13" y="13"/>
                  </a:cubicBezTo>
                  <a:lnTo>
                    <a:pt x="13" y="59"/>
                  </a:lnTo>
                  <a:cubicBezTo>
                    <a:pt x="13" y="66"/>
                    <a:pt x="7" y="72"/>
                    <a:pt x="0" y="72"/>
                  </a:cubicBezTo>
                  <a:lnTo>
                    <a:pt x="46" y="72"/>
                  </a:lnTo>
                  <a:cubicBezTo>
                    <a:pt x="53" y="72"/>
                    <a:pt x="59" y="66"/>
                    <a:pt x="59" y="59"/>
                  </a:cubicBezTo>
                  <a:lnTo>
                    <a:pt x="59" y="13"/>
                  </a:lnTo>
                  <a:cubicBezTo>
                    <a:pt x="59" y="6"/>
                    <a:pt x="53" y="0"/>
                    <a:pt x="46" y="0"/>
                  </a:cubicBezTo>
                  <a:close/>
                </a:path>
              </a:pathLst>
            </a:custGeom>
            <a:solidFill>
              <a:srgbClr val="DDFBFC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1611;p44">
              <a:extLst>
                <a:ext uri="{FF2B5EF4-FFF2-40B4-BE49-F238E27FC236}">
                  <a16:creationId xmlns:a16="http://schemas.microsoft.com/office/drawing/2014/main" id="{FD37417F-20F4-DA16-CDA2-3B608F7959B4}"/>
                </a:ext>
              </a:extLst>
            </p:cNvPr>
            <p:cNvSpPr/>
            <p:nvPr/>
          </p:nvSpPr>
          <p:spPr>
            <a:xfrm>
              <a:off x="980640" y="1140120"/>
              <a:ext cx="403920" cy="378000"/>
            </a:xfrm>
            <a:custGeom>
              <a:avLst/>
              <a:gdLst/>
              <a:ahLst/>
              <a:cxnLst/>
              <a:rect l="l" t="t" r="r" b="b"/>
              <a:pathLst>
                <a:path w="1122" h="1050" extrusionOk="0">
                  <a:moveTo>
                    <a:pt x="1090" y="1017"/>
                  </a:moveTo>
                  <a:lnTo>
                    <a:pt x="1050" y="1017"/>
                  </a:lnTo>
                  <a:lnTo>
                    <a:pt x="1050" y="977"/>
                  </a:lnTo>
                  <a:lnTo>
                    <a:pt x="1090" y="977"/>
                  </a:lnTo>
                  <a:lnTo>
                    <a:pt x="1090" y="1017"/>
                  </a:lnTo>
                  <a:moveTo>
                    <a:pt x="33" y="33"/>
                  </a:moveTo>
                  <a:lnTo>
                    <a:pt x="73" y="33"/>
                  </a:lnTo>
                  <a:lnTo>
                    <a:pt x="73" y="73"/>
                  </a:lnTo>
                  <a:lnTo>
                    <a:pt x="33" y="73"/>
                  </a:lnTo>
                  <a:lnTo>
                    <a:pt x="33" y="33"/>
                  </a:lnTo>
                  <a:moveTo>
                    <a:pt x="1106" y="944"/>
                  </a:moveTo>
                  <a:lnTo>
                    <a:pt x="106" y="944"/>
                  </a:lnTo>
                  <a:lnTo>
                    <a:pt x="106" y="16"/>
                  </a:lnTo>
                  <a:cubicBezTo>
                    <a:pt x="106" y="7"/>
                    <a:pt x="98" y="0"/>
                    <a:pt x="89" y="0"/>
                  </a:cubicBezTo>
                  <a:lnTo>
                    <a:pt x="17" y="0"/>
                  </a:lnTo>
                  <a:cubicBezTo>
                    <a:pt x="12" y="0"/>
                    <a:pt x="8" y="2"/>
                    <a:pt x="5" y="5"/>
                  </a:cubicBezTo>
                  <a:cubicBezTo>
                    <a:pt x="2" y="8"/>
                    <a:pt x="0" y="12"/>
                    <a:pt x="0" y="16"/>
                  </a:cubicBezTo>
                  <a:lnTo>
                    <a:pt x="0" y="89"/>
                  </a:lnTo>
                  <a:lnTo>
                    <a:pt x="0" y="89"/>
                  </a:lnTo>
                  <a:lnTo>
                    <a:pt x="0" y="1033"/>
                  </a:lnTo>
                  <a:cubicBezTo>
                    <a:pt x="0" y="1042"/>
                    <a:pt x="7" y="1050"/>
                    <a:pt x="17" y="1050"/>
                  </a:cubicBezTo>
                  <a:lnTo>
                    <a:pt x="130" y="1050"/>
                  </a:lnTo>
                  <a:cubicBezTo>
                    <a:pt x="139" y="1050"/>
                    <a:pt x="147" y="1042"/>
                    <a:pt x="147" y="1033"/>
                  </a:cubicBezTo>
                  <a:cubicBezTo>
                    <a:pt x="147" y="1024"/>
                    <a:pt x="139" y="1017"/>
                    <a:pt x="130" y="1017"/>
                  </a:cubicBezTo>
                  <a:lnTo>
                    <a:pt x="33" y="1017"/>
                  </a:lnTo>
                  <a:lnTo>
                    <a:pt x="33" y="105"/>
                  </a:lnTo>
                  <a:lnTo>
                    <a:pt x="73" y="105"/>
                  </a:lnTo>
                  <a:lnTo>
                    <a:pt x="73" y="961"/>
                  </a:lnTo>
                  <a:cubicBezTo>
                    <a:pt x="73" y="970"/>
                    <a:pt x="80" y="977"/>
                    <a:pt x="89" y="977"/>
                  </a:cubicBezTo>
                  <a:lnTo>
                    <a:pt x="1017" y="977"/>
                  </a:lnTo>
                  <a:lnTo>
                    <a:pt x="1017" y="1017"/>
                  </a:lnTo>
                  <a:lnTo>
                    <a:pt x="196" y="1017"/>
                  </a:lnTo>
                  <a:cubicBezTo>
                    <a:pt x="187" y="1017"/>
                    <a:pt x="180" y="1024"/>
                    <a:pt x="180" y="1033"/>
                  </a:cubicBezTo>
                  <a:cubicBezTo>
                    <a:pt x="180" y="1042"/>
                    <a:pt x="187" y="1050"/>
                    <a:pt x="196" y="1050"/>
                  </a:cubicBezTo>
                  <a:lnTo>
                    <a:pt x="1106" y="1050"/>
                  </a:lnTo>
                  <a:cubicBezTo>
                    <a:pt x="1115" y="1050"/>
                    <a:pt x="1122" y="1042"/>
                    <a:pt x="1122" y="1033"/>
                  </a:cubicBezTo>
                  <a:lnTo>
                    <a:pt x="1122" y="961"/>
                  </a:lnTo>
                  <a:cubicBezTo>
                    <a:pt x="1122" y="952"/>
                    <a:pt x="1115" y="944"/>
                    <a:pt x="1106" y="944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1612;p44">
              <a:extLst>
                <a:ext uri="{FF2B5EF4-FFF2-40B4-BE49-F238E27FC236}">
                  <a16:creationId xmlns:a16="http://schemas.microsoft.com/office/drawing/2014/main" id="{49CAF623-7455-9756-7441-AE24C1B920DF}"/>
                </a:ext>
              </a:extLst>
            </p:cNvPr>
            <p:cNvSpPr/>
            <p:nvPr/>
          </p:nvSpPr>
          <p:spPr>
            <a:xfrm>
              <a:off x="1059120" y="1375560"/>
              <a:ext cx="64080" cy="90000"/>
            </a:xfrm>
            <a:custGeom>
              <a:avLst/>
              <a:gdLst/>
              <a:ahLst/>
              <a:cxnLst/>
              <a:rect l="l" t="t" r="r" b="b"/>
              <a:pathLst>
                <a:path w="178" h="250" extrusionOk="0">
                  <a:moveTo>
                    <a:pt x="33" y="33"/>
                  </a:moveTo>
                  <a:lnTo>
                    <a:pt x="145" y="33"/>
                  </a:lnTo>
                  <a:lnTo>
                    <a:pt x="145" y="218"/>
                  </a:lnTo>
                  <a:lnTo>
                    <a:pt x="33" y="218"/>
                  </a:lnTo>
                  <a:lnTo>
                    <a:pt x="33" y="33"/>
                  </a:lnTo>
                  <a:moveTo>
                    <a:pt x="16" y="250"/>
                  </a:moveTo>
                  <a:lnTo>
                    <a:pt x="162" y="250"/>
                  </a:lnTo>
                  <a:cubicBezTo>
                    <a:pt x="171" y="250"/>
                    <a:pt x="178" y="243"/>
                    <a:pt x="178" y="234"/>
                  </a:cubicBezTo>
                  <a:lnTo>
                    <a:pt x="178" y="16"/>
                  </a:lnTo>
                  <a:cubicBezTo>
                    <a:pt x="178" y="7"/>
                    <a:pt x="171" y="0"/>
                    <a:pt x="162" y="0"/>
                  </a:cubicBezTo>
                  <a:lnTo>
                    <a:pt x="16" y="0"/>
                  </a:lnTo>
                  <a:cubicBezTo>
                    <a:pt x="7" y="0"/>
                    <a:pt x="0" y="7"/>
                    <a:pt x="0" y="16"/>
                  </a:cubicBezTo>
                  <a:lnTo>
                    <a:pt x="0" y="234"/>
                  </a:lnTo>
                  <a:cubicBezTo>
                    <a:pt x="0" y="243"/>
                    <a:pt x="7" y="250"/>
                    <a:pt x="16" y="250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1613;p44">
              <a:extLst>
                <a:ext uri="{FF2B5EF4-FFF2-40B4-BE49-F238E27FC236}">
                  <a16:creationId xmlns:a16="http://schemas.microsoft.com/office/drawing/2014/main" id="{18784FAF-520F-7A27-55BA-97C0E520BFCA}"/>
                </a:ext>
              </a:extLst>
            </p:cNvPr>
            <p:cNvSpPr/>
            <p:nvPr/>
          </p:nvSpPr>
          <p:spPr>
            <a:xfrm>
              <a:off x="1163880" y="1323000"/>
              <a:ext cx="64080" cy="142560"/>
            </a:xfrm>
            <a:custGeom>
              <a:avLst/>
              <a:gdLst/>
              <a:ahLst/>
              <a:cxnLst/>
              <a:rect l="l" t="t" r="r" b="b"/>
              <a:pathLst>
                <a:path w="178" h="396" extrusionOk="0">
                  <a:moveTo>
                    <a:pt x="32" y="33"/>
                  </a:moveTo>
                  <a:lnTo>
                    <a:pt x="145" y="33"/>
                  </a:lnTo>
                  <a:lnTo>
                    <a:pt x="145" y="364"/>
                  </a:lnTo>
                  <a:lnTo>
                    <a:pt x="32" y="364"/>
                  </a:lnTo>
                  <a:lnTo>
                    <a:pt x="32" y="33"/>
                  </a:lnTo>
                  <a:moveTo>
                    <a:pt x="0" y="17"/>
                  </a:moveTo>
                  <a:lnTo>
                    <a:pt x="0" y="380"/>
                  </a:lnTo>
                  <a:cubicBezTo>
                    <a:pt x="0" y="389"/>
                    <a:pt x="7" y="396"/>
                    <a:pt x="16" y="396"/>
                  </a:cubicBezTo>
                  <a:lnTo>
                    <a:pt x="161" y="396"/>
                  </a:lnTo>
                  <a:cubicBezTo>
                    <a:pt x="170" y="396"/>
                    <a:pt x="178" y="389"/>
                    <a:pt x="178" y="380"/>
                  </a:cubicBezTo>
                  <a:lnTo>
                    <a:pt x="178" y="17"/>
                  </a:lnTo>
                  <a:cubicBezTo>
                    <a:pt x="178" y="8"/>
                    <a:pt x="170" y="0"/>
                    <a:pt x="161" y="0"/>
                  </a:cubicBezTo>
                  <a:lnTo>
                    <a:pt x="16" y="0"/>
                  </a:lnTo>
                  <a:cubicBezTo>
                    <a:pt x="7" y="0"/>
                    <a:pt x="0" y="8"/>
                    <a:pt x="0" y="17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1614;p44">
              <a:extLst>
                <a:ext uri="{FF2B5EF4-FFF2-40B4-BE49-F238E27FC236}">
                  <a16:creationId xmlns:a16="http://schemas.microsoft.com/office/drawing/2014/main" id="{86B327A7-6E9F-6127-25DB-5CDD644CF9DF}"/>
                </a:ext>
              </a:extLst>
            </p:cNvPr>
            <p:cNvSpPr/>
            <p:nvPr/>
          </p:nvSpPr>
          <p:spPr>
            <a:xfrm>
              <a:off x="1268280" y="1270800"/>
              <a:ext cx="64080" cy="194760"/>
            </a:xfrm>
            <a:custGeom>
              <a:avLst/>
              <a:gdLst/>
              <a:ahLst/>
              <a:cxnLst/>
              <a:rect l="l" t="t" r="r" b="b"/>
              <a:pathLst>
                <a:path w="178" h="541" extrusionOk="0">
                  <a:moveTo>
                    <a:pt x="33" y="33"/>
                  </a:moveTo>
                  <a:lnTo>
                    <a:pt x="145" y="33"/>
                  </a:lnTo>
                  <a:lnTo>
                    <a:pt x="145" y="509"/>
                  </a:lnTo>
                  <a:lnTo>
                    <a:pt x="33" y="509"/>
                  </a:lnTo>
                  <a:lnTo>
                    <a:pt x="33" y="33"/>
                  </a:lnTo>
                  <a:moveTo>
                    <a:pt x="16" y="541"/>
                  </a:moveTo>
                  <a:lnTo>
                    <a:pt x="162" y="541"/>
                  </a:lnTo>
                  <a:cubicBezTo>
                    <a:pt x="171" y="541"/>
                    <a:pt x="178" y="534"/>
                    <a:pt x="178" y="525"/>
                  </a:cubicBezTo>
                  <a:lnTo>
                    <a:pt x="178" y="17"/>
                  </a:lnTo>
                  <a:cubicBezTo>
                    <a:pt x="178" y="7"/>
                    <a:pt x="171" y="0"/>
                    <a:pt x="162" y="0"/>
                  </a:cubicBezTo>
                  <a:lnTo>
                    <a:pt x="16" y="0"/>
                  </a:lnTo>
                  <a:cubicBezTo>
                    <a:pt x="7" y="0"/>
                    <a:pt x="0" y="7"/>
                    <a:pt x="0" y="17"/>
                  </a:cubicBezTo>
                  <a:lnTo>
                    <a:pt x="0" y="525"/>
                  </a:lnTo>
                  <a:cubicBezTo>
                    <a:pt x="0" y="534"/>
                    <a:pt x="7" y="541"/>
                    <a:pt x="16" y="541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1615;p44">
              <a:extLst>
                <a:ext uri="{FF2B5EF4-FFF2-40B4-BE49-F238E27FC236}">
                  <a16:creationId xmlns:a16="http://schemas.microsoft.com/office/drawing/2014/main" id="{EF372579-EC57-CFE6-32AD-01A320158C15}"/>
                </a:ext>
              </a:extLst>
            </p:cNvPr>
            <p:cNvSpPr/>
            <p:nvPr/>
          </p:nvSpPr>
          <p:spPr>
            <a:xfrm>
              <a:off x="1124280" y="1140120"/>
              <a:ext cx="116640" cy="116280"/>
            </a:xfrm>
            <a:custGeom>
              <a:avLst/>
              <a:gdLst/>
              <a:ahLst/>
              <a:cxnLst/>
              <a:rect l="l" t="t" r="r" b="b"/>
              <a:pathLst>
                <a:path w="324" h="323" extrusionOk="0">
                  <a:moveTo>
                    <a:pt x="162" y="43"/>
                  </a:moveTo>
                  <a:lnTo>
                    <a:pt x="273" y="182"/>
                  </a:lnTo>
                  <a:lnTo>
                    <a:pt x="235" y="182"/>
                  </a:lnTo>
                  <a:cubicBezTo>
                    <a:pt x="226" y="182"/>
                    <a:pt x="218" y="189"/>
                    <a:pt x="218" y="198"/>
                  </a:cubicBezTo>
                  <a:lnTo>
                    <a:pt x="218" y="290"/>
                  </a:lnTo>
                  <a:lnTo>
                    <a:pt x="106" y="290"/>
                  </a:lnTo>
                  <a:lnTo>
                    <a:pt x="106" y="198"/>
                  </a:lnTo>
                  <a:cubicBezTo>
                    <a:pt x="106" y="189"/>
                    <a:pt x="99" y="182"/>
                    <a:pt x="90" y="182"/>
                  </a:cubicBezTo>
                  <a:lnTo>
                    <a:pt x="51" y="182"/>
                  </a:lnTo>
                  <a:lnTo>
                    <a:pt x="162" y="43"/>
                  </a:lnTo>
                  <a:moveTo>
                    <a:pt x="17" y="214"/>
                  </a:moveTo>
                  <a:lnTo>
                    <a:pt x="73" y="214"/>
                  </a:lnTo>
                  <a:lnTo>
                    <a:pt x="73" y="307"/>
                  </a:lnTo>
                  <a:cubicBezTo>
                    <a:pt x="73" y="316"/>
                    <a:pt x="81" y="323"/>
                    <a:pt x="90" y="323"/>
                  </a:cubicBezTo>
                  <a:lnTo>
                    <a:pt x="235" y="323"/>
                  </a:lnTo>
                  <a:cubicBezTo>
                    <a:pt x="244" y="323"/>
                    <a:pt x="251" y="316"/>
                    <a:pt x="251" y="307"/>
                  </a:cubicBezTo>
                  <a:lnTo>
                    <a:pt x="251" y="214"/>
                  </a:lnTo>
                  <a:lnTo>
                    <a:pt x="308" y="214"/>
                  </a:lnTo>
                  <a:cubicBezTo>
                    <a:pt x="314" y="214"/>
                    <a:pt x="320" y="211"/>
                    <a:pt x="322" y="205"/>
                  </a:cubicBezTo>
                  <a:cubicBezTo>
                    <a:pt x="325" y="199"/>
                    <a:pt x="324" y="193"/>
                    <a:pt x="320" y="188"/>
                  </a:cubicBezTo>
                  <a:lnTo>
                    <a:pt x="175" y="6"/>
                  </a:lnTo>
                  <a:cubicBezTo>
                    <a:pt x="172" y="2"/>
                    <a:pt x="167" y="0"/>
                    <a:pt x="162" y="0"/>
                  </a:cubicBezTo>
                  <a:cubicBezTo>
                    <a:pt x="157" y="0"/>
                    <a:pt x="153" y="2"/>
                    <a:pt x="149" y="6"/>
                  </a:cubicBezTo>
                  <a:lnTo>
                    <a:pt x="4" y="188"/>
                  </a:lnTo>
                  <a:cubicBezTo>
                    <a:pt x="0" y="193"/>
                    <a:pt x="-1" y="199"/>
                    <a:pt x="2" y="205"/>
                  </a:cubicBezTo>
                  <a:cubicBezTo>
                    <a:pt x="5" y="211"/>
                    <a:pt x="11" y="214"/>
                    <a:pt x="17" y="214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1616;p44">
              <a:extLst>
                <a:ext uri="{FF2B5EF4-FFF2-40B4-BE49-F238E27FC236}">
                  <a16:creationId xmlns:a16="http://schemas.microsoft.com/office/drawing/2014/main" id="{03D494B7-2383-69BA-BBC3-D9D41BAD2FBA}"/>
                </a:ext>
              </a:extLst>
            </p:cNvPr>
            <p:cNvSpPr/>
            <p:nvPr/>
          </p:nvSpPr>
          <p:spPr>
            <a:xfrm>
              <a:off x="1072080" y="1349280"/>
              <a:ext cx="38160" cy="11880"/>
            </a:xfrm>
            <a:custGeom>
              <a:avLst/>
              <a:gdLst/>
              <a:ahLst/>
              <a:cxnLst/>
              <a:rect l="l" t="t" r="r" b="b"/>
              <a:pathLst>
                <a:path w="106" h="33" extrusionOk="0">
                  <a:moveTo>
                    <a:pt x="17" y="33"/>
                  </a:moveTo>
                  <a:lnTo>
                    <a:pt x="89" y="33"/>
                  </a:lnTo>
                  <a:cubicBezTo>
                    <a:pt x="98" y="33"/>
                    <a:pt x="106" y="26"/>
                    <a:pt x="106" y="16"/>
                  </a:cubicBezTo>
                  <a:cubicBezTo>
                    <a:pt x="106" y="7"/>
                    <a:pt x="98" y="0"/>
                    <a:pt x="89" y="0"/>
                  </a:cubicBezTo>
                  <a:lnTo>
                    <a:pt x="17" y="0"/>
                  </a:lnTo>
                  <a:cubicBezTo>
                    <a:pt x="8" y="0"/>
                    <a:pt x="0" y="7"/>
                    <a:pt x="0" y="16"/>
                  </a:cubicBezTo>
                  <a:cubicBezTo>
                    <a:pt x="0" y="26"/>
                    <a:pt x="8" y="33"/>
                    <a:pt x="17" y="33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1617;p44">
              <a:extLst>
                <a:ext uri="{FF2B5EF4-FFF2-40B4-BE49-F238E27FC236}">
                  <a16:creationId xmlns:a16="http://schemas.microsoft.com/office/drawing/2014/main" id="{053100EF-16FD-1E33-5B3D-B8281F3801F6}"/>
                </a:ext>
              </a:extLst>
            </p:cNvPr>
            <p:cNvSpPr/>
            <p:nvPr/>
          </p:nvSpPr>
          <p:spPr>
            <a:xfrm>
              <a:off x="1176840" y="1297080"/>
              <a:ext cx="37800" cy="11880"/>
            </a:xfrm>
            <a:custGeom>
              <a:avLst/>
              <a:gdLst/>
              <a:ahLst/>
              <a:cxnLst/>
              <a:rect l="l" t="t" r="r" b="b"/>
              <a:pathLst>
                <a:path w="105" h="33" extrusionOk="0">
                  <a:moveTo>
                    <a:pt x="89" y="33"/>
                  </a:moveTo>
                  <a:cubicBezTo>
                    <a:pt x="98" y="33"/>
                    <a:pt x="105" y="25"/>
                    <a:pt x="105" y="16"/>
                  </a:cubicBezTo>
                  <a:cubicBezTo>
                    <a:pt x="105" y="7"/>
                    <a:pt x="98" y="0"/>
                    <a:pt x="89" y="0"/>
                  </a:cubicBezTo>
                  <a:lnTo>
                    <a:pt x="16" y="0"/>
                  </a:ln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7" y="33"/>
                    <a:pt x="16" y="33"/>
                  </a:cubicBezTo>
                  <a:lnTo>
                    <a:pt x="89" y="33"/>
                  </a:ln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1618;p44">
              <a:extLst>
                <a:ext uri="{FF2B5EF4-FFF2-40B4-BE49-F238E27FC236}">
                  <a16:creationId xmlns:a16="http://schemas.microsoft.com/office/drawing/2014/main" id="{25C0A372-086F-9C22-6155-714FEC12DF17}"/>
                </a:ext>
              </a:extLst>
            </p:cNvPr>
            <p:cNvSpPr/>
            <p:nvPr/>
          </p:nvSpPr>
          <p:spPr>
            <a:xfrm>
              <a:off x="1281240" y="1244520"/>
              <a:ext cx="38160" cy="11880"/>
            </a:xfrm>
            <a:custGeom>
              <a:avLst/>
              <a:gdLst/>
              <a:ahLst/>
              <a:cxnLst/>
              <a:rect l="l" t="t" r="r" b="b"/>
              <a:pathLst>
                <a:path w="106" h="33" extrusionOk="0">
                  <a:moveTo>
                    <a:pt x="17" y="33"/>
                  </a:moveTo>
                  <a:lnTo>
                    <a:pt x="89" y="33"/>
                  </a:lnTo>
                  <a:cubicBezTo>
                    <a:pt x="99" y="33"/>
                    <a:pt x="106" y="26"/>
                    <a:pt x="106" y="17"/>
                  </a:cubicBezTo>
                  <a:cubicBezTo>
                    <a:pt x="106" y="8"/>
                    <a:pt x="99" y="0"/>
                    <a:pt x="89" y="0"/>
                  </a:cubicBezTo>
                  <a:lnTo>
                    <a:pt x="17" y="0"/>
                  </a:lnTo>
                  <a:cubicBezTo>
                    <a:pt x="8" y="0"/>
                    <a:pt x="0" y="8"/>
                    <a:pt x="0" y="17"/>
                  </a:cubicBezTo>
                  <a:cubicBezTo>
                    <a:pt x="0" y="26"/>
                    <a:pt x="8" y="33"/>
                    <a:pt x="17" y="33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0262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>
          <a:extLst>
            <a:ext uri="{FF2B5EF4-FFF2-40B4-BE49-F238E27FC236}">
              <a16:creationId xmlns:a16="http://schemas.microsoft.com/office/drawing/2014/main" id="{8544A3AC-2FF4-BCDE-0CDB-99FAF1474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39">
            <a:extLst>
              <a:ext uri="{FF2B5EF4-FFF2-40B4-BE49-F238E27FC236}">
                <a16:creationId xmlns:a16="http://schemas.microsoft.com/office/drawing/2014/main" id="{9DA2AF23-7424-9913-028B-F26A5042EE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Недостатки</a:t>
            </a:r>
            <a:endParaRPr dirty="0"/>
          </a:p>
        </p:txBody>
      </p:sp>
      <p:sp>
        <p:nvSpPr>
          <p:cNvPr id="1320" name="Google Shape;1320;p39">
            <a:extLst>
              <a:ext uri="{FF2B5EF4-FFF2-40B4-BE49-F238E27FC236}">
                <a16:creationId xmlns:a16="http://schemas.microsoft.com/office/drawing/2014/main" id="{CA8581AC-25A4-43E1-44EE-E076E0FC9A79}"/>
              </a:ext>
            </a:extLst>
          </p:cNvPr>
          <p:cNvSpPr txBox="1"/>
          <p:nvPr/>
        </p:nvSpPr>
        <p:spPr>
          <a:xfrm>
            <a:off x="896400" y="2982775"/>
            <a:ext cx="2118900" cy="5727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rPr>
              <a:t>Данные </a:t>
            </a:r>
            <a:r>
              <a:rPr lang="en-US" sz="1800" b="1" dirty="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rPr>
              <a:t>&gt; </a:t>
            </a:r>
            <a:r>
              <a:rPr lang="ru-RU" sz="1800" b="1" dirty="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rPr>
              <a:t>0</a:t>
            </a:r>
            <a:endParaRPr sz="1800" b="1" dirty="0">
              <a:solidFill>
                <a:schemeClr val="dk1"/>
              </a:solidFill>
              <a:latin typeface="Days One"/>
              <a:ea typeface="Days One"/>
              <a:cs typeface="Days One"/>
              <a:sym typeface="Days One"/>
            </a:endParaRPr>
          </a:p>
        </p:txBody>
      </p:sp>
      <p:sp>
        <p:nvSpPr>
          <p:cNvPr id="1321" name="Google Shape;1321;p39">
            <a:extLst>
              <a:ext uri="{FF2B5EF4-FFF2-40B4-BE49-F238E27FC236}">
                <a16:creationId xmlns:a16="http://schemas.microsoft.com/office/drawing/2014/main" id="{C995041D-BCD2-8F78-B9AC-A34289518D9F}"/>
              </a:ext>
            </a:extLst>
          </p:cNvPr>
          <p:cNvSpPr txBox="1"/>
          <p:nvPr/>
        </p:nvSpPr>
        <p:spPr>
          <a:xfrm>
            <a:off x="3512900" y="2982775"/>
            <a:ext cx="2118900" cy="5727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rPr>
              <a:t>Сложность интерпретации</a:t>
            </a:r>
            <a:endParaRPr sz="1800" b="1" dirty="0">
              <a:solidFill>
                <a:schemeClr val="dk1"/>
              </a:solidFill>
              <a:latin typeface="Days One"/>
              <a:ea typeface="Days One"/>
              <a:cs typeface="Days One"/>
              <a:sym typeface="Days One"/>
            </a:endParaRPr>
          </a:p>
        </p:txBody>
      </p:sp>
      <p:sp>
        <p:nvSpPr>
          <p:cNvPr id="1322" name="Google Shape;1322;p39">
            <a:extLst>
              <a:ext uri="{FF2B5EF4-FFF2-40B4-BE49-F238E27FC236}">
                <a16:creationId xmlns:a16="http://schemas.microsoft.com/office/drawing/2014/main" id="{B0F1A0AE-4DD2-935E-B475-42396F993D85}"/>
              </a:ext>
            </a:extLst>
          </p:cNvPr>
          <p:cNvSpPr txBox="1"/>
          <p:nvPr/>
        </p:nvSpPr>
        <p:spPr>
          <a:xfrm>
            <a:off x="6129525" y="2982775"/>
            <a:ext cx="2118900" cy="5727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rPr>
              <a:t>Нет гарантий</a:t>
            </a:r>
            <a:endParaRPr sz="1800" b="1" dirty="0">
              <a:solidFill>
                <a:schemeClr val="dk1"/>
              </a:solidFill>
              <a:latin typeface="Days One"/>
              <a:ea typeface="Days One"/>
              <a:cs typeface="Days One"/>
              <a:sym typeface="Days One"/>
            </a:endParaRPr>
          </a:p>
        </p:txBody>
      </p:sp>
      <p:sp>
        <p:nvSpPr>
          <p:cNvPr id="1376" name="Google Shape;1376;p39">
            <a:extLst>
              <a:ext uri="{FF2B5EF4-FFF2-40B4-BE49-F238E27FC236}">
                <a16:creationId xmlns:a16="http://schemas.microsoft.com/office/drawing/2014/main" id="{0B21482F-1EF5-27E9-650D-08837760662A}"/>
              </a:ext>
            </a:extLst>
          </p:cNvPr>
          <p:cNvSpPr/>
          <p:nvPr/>
        </p:nvSpPr>
        <p:spPr>
          <a:xfrm>
            <a:off x="113525" y="1005538"/>
            <a:ext cx="731396" cy="724280"/>
          </a:xfrm>
          <a:custGeom>
            <a:avLst/>
            <a:gdLst/>
            <a:ahLst/>
            <a:cxnLst/>
            <a:rect l="l" t="t" r="r" b="b"/>
            <a:pathLst>
              <a:path w="4515" h="4471" extrusionOk="0">
                <a:moveTo>
                  <a:pt x="1821" y="3126"/>
                </a:moveTo>
                <a:cubicBezTo>
                  <a:pt x="1330" y="2885"/>
                  <a:pt x="1126" y="2290"/>
                  <a:pt x="1367" y="1799"/>
                </a:cubicBezTo>
                <a:cubicBezTo>
                  <a:pt x="1608" y="1308"/>
                  <a:pt x="2204" y="1105"/>
                  <a:pt x="2695" y="1345"/>
                </a:cubicBezTo>
                <a:cubicBezTo>
                  <a:pt x="3186" y="1587"/>
                  <a:pt x="3389" y="2182"/>
                  <a:pt x="3148" y="2673"/>
                </a:cubicBezTo>
                <a:cubicBezTo>
                  <a:pt x="2907" y="3164"/>
                  <a:pt x="2312" y="3367"/>
                  <a:pt x="1821" y="3126"/>
                </a:cubicBezTo>
                <a:moveTo>
                  <a:pt x="3878" y="3808"/>
                </a:moveTo>
                <a:cubicBezTo>
                  <a:pt x="4043" y="3638"/>
                  <a:pt x="4179" y="3444"/>
                  <a:pt x="4284" y="3230"/>
                </a:cubicBezTo>
                <a:lnTo>
                  <a:pt x="4287" y="3225"/>
                </a:lnTo>
                <a:lnTo>
                  <a:pt x="3946" y="3058"/>
                </a:lnTo>
                <a:cubicBezTo>
                  <a:pt x="4035" y="2876"/>
                  <a:pt x="4091" y="2687"/>
                  <a:pt x="4118" y="2496"/>
                </a:cubicBezTo>
                <a:lnTo>
                  <a:pt x="4494" y="2549"/>
                </a:lnTo>
                <a:cubicBezTo>
                  <a:pt x="4526" y="2315"/>
                  <a:pt x="4522" y="2077"/>
                  <a:pt x="4481" y="1843"/>
                </a:cubicBezTo>
                <a:lnTo>
                  <a:pt x="4106" y="1909"/>
                </a:lnTo>
                <a:cubicBezTo>
                  <a:pt x="4072" y="1716"/>
                  <a:pt x="4007" y="1528"/>
                  <a:pt x="3915" y="1354"/>
                </a:cubicBezTo>
                <a:lnTo>
                  <a:pt x="4251" y="1176"/>
                </a:lnTo>
                <a:cubicBezTo>
                  <a:pt x="4139" y="966"/>
                  <a:pt x="3996" y="776"/>
                  <a:pt x="3826" y="612"/>
                </a:cubicBezTo>
                <a:lnTo>
                  <a:pt x="3562" y="885"/>
                </a:lnTo>
                <a:cubicBezTo>
                  <a:pt x="3425" y="752"/>
                  <a:pt x="3266" y="638"/>
                  <a:pt x="3085" y="550"/>
                </a:cubicBezTo>
                <a:cubicBezTo>
                  <a:pt x="3084" y="549"/>
                  <a:pt x="3083" y="549"/>
                  <a:pt x="3081" y="548"/>
                </a:cubicBezTo>
                <a:lnTo>
                  <a:pt x="3248" y="207"/>
                </a:lnTo>
                <a:cubicBezTo>
                  <a:pt x="3034" y="103"/>
                  <a:pt x="2807" y="33"/>
                  <a:pt x="2573" y="0"/>
                </a:cubicBezTo>
                <a:lnTo>
                  <a:pt x="2520" y="376"/>
                </a:lnTo>
                <a:cubicBezTo>
                  <a:pt x="2323" y="349"/>
                  <a:pt x="2125" y="353"/>
                  <a:pt x="1933" y="387"/>
                </a:cubicBezTo>
                <a:lnTo>
                  <a:pt x="1867" y="13"/>
                </a:lnTo>
                <a:cubicBezTo>
                  <a:pt x="1633" y="54"/>
                  <a:pt x="1409" y="131"/>
                  <a:pt x="1200" y="242"/>
                </a:cubicBezTo>
                <a:lnTo>
                  <a:pt x="1378" y="578"/>
                </a:lnTo>
                <a:cubicBezTo>
                  <a:pt x="1205" y="669"/>
                  <a:pt x="1046" y="787"/>
                  <a:pt x="908" y="930"/>
                </a:cubicBezTo>
                <a:lnTo>
                  <a:pt x="635" y="666"/>
                </a:lnTo>
                <a:cubicBezTo>
                  <a:pt x="472" y="835"/>
                  <a:pt x="336" y="1029"/>
                  <a:pt x="232" y="1241"/>
                </a:cubicBezTo>
                <a:lnTo>
                  <a:pt x="230" y="1244"/>
                </a:lnTo>
                <a:lnTo>
                  <a:pt x="571" y="1409"/>
                </a:lnTo>
                <a:cubicBezTo>
                  <a:pt x="482" y="1592"/>
                  <a:pt x="425" y="1782"/>
                  <a:pt x="398" y="1972"/>
                </a:cubicBezTo>
                <a:lnTo>
                  <a:pt x="23" y="1919"/>
                </a:lnTo>
                <a:cubicBezTo>
                  <a:pt x="-11" y="2153"/>
                  <a:pt x="-7" y="2391"/>
                  <a:pt x="35" y="2625"/>
                </a:cubicBezTo>
                <a:lnTo>
                  <a:pt x="409" y="2559"/>
                </a:lnTo>
                <a:cubicBezTo>
                  <a:pt x="443" y="2753"/>
                  <a:pt x="507" y="2941"/>
                  <a:pt x="599" y="3115"/>
                </a:cubicBezTo>
                <a:lnTo>
                  <a:pt x="263" y="3293"/>
                </a:lnTo>
                <a:cubicBezTo>
                  <a:pt x="374" y="3503"/>
                  <a:pt x="517" y="3693"/>
                  <a:pt x="687" y="3857"/>
                </a:cubicBezTo>
                <a:lnTo>
                  <a:pt x="951" y="3585"/>
                </a:lnTo>
                <a:cubicBezTo>
                  <a:pt x="1089" y="3718"/>
                  <a:pt x="1249" y="3833"/>
                  <a:pt x="1430" y="3922"/>
                </a:cubicBezTo>
                <a:cubicBezTo>
                  <a:pt x="1431" y="3922"/>
                  <a:pt x="1431" y="3922"/>
                  <a:pt x="1432" y="3923"/>
                </a:cubicBezTo>
                <a:lnTo>
                  <a:pt x="1265" y="4263"/>
                </a:lnTo>
                <a:cubicBezTo>
                  <a:pt x="1479" y="4367"/>
                  <a:pt x="1705" y="4438"/>
                  <a:pt x="1939" y="4471"/>
                </a:cubicBezTo>
                <a:lnTo>
                  <a:pt x="1993" y="4095"/>
                </a:lnTo>
                <a:cubicBezTo>
                  <a:pt x="2190" y="4123"/>
                  <a:pt x="2388" y="4119"/>
                  <a:pt x="2580" y="4085"/>
                </a:cubicBezTo>
                <a:lnTo>
                  <a:pt x="2645" y="4460"/>
                </a:lnTo>
                <a:cubicBezTo>
                  <a:pt x="2879" y="4419"/>
                  <a:pt x="3103" y="4342"/>
                  <a:pt x="3313" y="4231"/>
                </a:cubicBezTo>
                <a:lnTo>
                  <a:pt x="3135" y="3895"/>
                </a:lnTo>
                <a:cubicBezTo>
                  <a:pt x="3308" y="3804"/>
                  <a:pt x="3467" y="3686"/>
                  <a:pt x="3606" y="3544"/>
                </a:cubicBezTo>
                <a:lnTo>
                  <a:pt x="3878" y="3808"/>
                </a:ln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45000" rIns="90000" bIns="450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" name="Google Shape;1667;p44">
            <a:extLst>
              <a:ext uri="{FF2B5EF4-FFF2-40B4-BE49-F238E27FC236}">
                <a16:creationId xmlns:a16="http://schemas.microsoft.com/office/drawing/2014/main" id="{F35FA2FF-5B3B-ABD4-771F-F87F71A7FBA9}"/>
              </a:ext>
            </a:extLst>
          </p:cNvPr>
          <p:cNvGrpSpPr/>
          <p:nvPr/>
        </p:nvGrpSpPr>
        <p:grpSpPr>
          <a:xfrm>
            <a:off x="1774894" y="2241106"/>
            <a:ext cx="373222" cy="349272"/>
            <a:chOff x="4391280" y="1140120"/>
            <a:chExt cx="403920" cy="378000"/>
          </a:xfrm>
        </p:grpSpPr>
        <p:sp>
          <p:nvSpPr>
            <p:cNvPr id="48" name="Google Shape;1668;p44">
              <a:extLst>
                <a:ext uri="{FF2B5EF4-FFF2-40B4-BE49-F238E27FC236}">
                  <a16:creationId xmlns:a16="http://schemas.microsoft.com/office/drawing/2014/main" id="{52B07E33-EFF8-9375-A598-DED2555841E9}"/>
                </a:ext>
              </a:extLst>
            </p:cNvPr>
            <p:cNvSpPr/>
            <p:nvPr/>
          </p:nvSpPr>
          <p:spPr>
            <a:xfrm>
              <a:off x="4546080" y="1145880"/>
              <a:ext cx="94320" cy="101880"/>
            </a:xfrm>
            <a:custGeom>
              <a:avLst/>
              <a:gdLst/>
              <a:ahLst/>
              <a:cxnLst/>
              <a:rect l="l" t="t" r="r" b="b"/>
              <a:pathLst>
                <a:path w="262" h="283" extrusionOk="0">
                  <a:moveTo>
                    <a:pt x="259" y="131"/>
                  </a:moveTo>
                  <a:lnTo>
                    <a:pt x="141" y="278"/>
                  </a:lnTo>
                  <a:cubicBezTo>
                    <a:pt x="136" y="285"/>
                    <a:pt x="126" y="285"/>
                    <a:pt x="121" y="278"/>
                  </a:cubicBezTo>
                  <a:lnTo>
                    <a:pt x="3" y="131"/>
                  </a:lnTo>
                  <a:cubicBezTo>
                    <a:pt x="-4" y="122"/>
                    <a:pt x="2" y="109"/>
                    <a:pt x="13" y="109"/>
                  </a:cubicBezTo>
                  <a:lnTo>
                    <a:pt x="45" y="109"/>
                  </a:lnTo>
                  <a:cubicBezTo>
                    <a:pt x="53" y="109"/>
                    <a:pt x="58" y="103"/>
                    <a:pt x="58" y="96"/>
                  </a:cubicBezTo>
                  <a:lnTo>
                    <a:pt x="58" y="14"/>
                  </a:lnTo>
                  <a:cubicBezTo>
                    <a:pt x="58" y="6"/>
                    <a:pt x="64" y="0"/>
                    <a:pt x="72" y="0"/>
                  </a:cubicBezTo>
                  <a:lnTo>
                    <a:pt x="191" y="0"/>
                  </a:lnTo>
                  <a:cubicBezTo>
                    <a:pt x="198" y="0"/>
                    <a:pt x="204" y="6"/>
                    <a:pt x="204" y="14"/>
                  </a:cubicBezTo>
                  <a:lnTo>
                    <a:pt x="204" y="96"/>
                  </a:lnTo>
                  <a:cubicBezTo>
                    <a:pt x="204" y="103"/>
                    <a:pt x="210" y="109"/>
                    <a:pt x="217" y="109"/>
                  </a:cubicBezTo>
                  <a:lnTo>
                    <a:pt x="249" y="109"/>
                  </a:lnTo>
                  <a:cubicBezTo>
                    <a:pt x="260" y="109"/>
                    <a:pt x="266" y="122"/>
                    <a:pt x="259" y="131"/>
                  </a:cubicBezTo>
                  <a:close/>
                </a:path>
              </a:pathLst>
            </a:custGeom>
            <a:solidFill>
              <a:srgbClr val="E24E4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1669;p44">
              <a:extLst>
                <a:ext uri="{FF2B5EF4-FFF2-40B4-BE49-F238E27FC236}">
                  <a16:creationId xmlns:a16="http://schemas.microsoft.com/office/drawing/2014/main" id="{1F5867A7-4C8D-FB03-795C-C7266230082A}"/>
                </a:ext>
              </a:extLst>
            </p:cNvPr>
            <p:cNvSpPr/>
            <p:nvPr/>
          </p:nvSpPr>
          <p:spPr>
            <a:xfrm>
              <a:off x="4475520" y="1276920"/>
              <a:ext cx="52560" cy="182880"/>
            </a:xfrm>
            <a:custGeom>
              <a:avLst/>
              <a:gdLst/>
              <a:ahLst/>
              <a:cxnLst/>
              <a:rect l="l" t="t" r="r" b="b"/>
              <a:pathLst>
                <a:path w="146" h="508" extrusionOk="0">
                  <a:moveTo>
                    <a:pt x="132" y="0"/>
                  </a:moveTo>
                  <a:lnTo>
                    <a:pt x="13" y="0"/>
                  </a:lnTo>
                  <a:cubicBezTo>
                    <a:pt x="6" y="0"/>
                    <a:pt x="0" y="5"/>
                    <a:pt x="0" y="13"/>
                  </a:cubicBezTo>
                  <a:lnTo>
                    <a:pt x="0" y="495"/>
                  </a:lnTo>
                  <a:cubicBezTo>
                    <a:pt x="0" y="502"/>
                    <a:pt x="6" y="508"/>
                    <a:pt x="13" y="508"/>
                  </a:cubicBezTo>
                  <a:lnTo>
                    <a:pt x="132" y="508"/>
                  </a:lnTo>
                  <a:cubicBezTo>
                    <a:pt x="140" y="508"/>
                    <a:pt x="146" y="502"/>
                    <a:pt x="146" y="495"/>
                  </a:cubicBezTo>
                  <a:lnTo>
                    <a:pt x="146" y="13"/>
                  </a:lnTo>
                  <a:cubicBezTo>
                    <a:pt x="146" y="5"/>
                    <a:pt x="140" y="0"/>
                    <a:pt x="132" y="0"/>
                  </a:cubicBezTo>
                  <a:close/>
                </a:path>
              </a:pathLst>
            </a:custGeom>
            <a:solidFill>
              <a:srgbClr val="008F9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1670;p44">
              <a:extLst>
                <a:ext uri="{FF2B5EF4-FFF2-40B4-BE49-F238E27FC236}">
                  <a16:creationId xmlns:a16="http://schemas.microsoft.com/office/drawing/2014/main" id="{51F99925-3AB0-A752-5388-78BE5BF57BF6}"/>
                </a:ext>
              </a:extLst>
            </p:cNvPr>
            <p:cNvSpPr/>
            <p:nvPr/>
          </p:nvSpPr>
          <p:spPr>
            <a:xfrm>
              <a:off x="4397040" y="1145880"/>
              <a:ext cx="392400" cy="366120"/>
            </a:xfrm>
            <a:custGeom>
              <a:avLst/>
              <a:gdLst/>
              <a:ahLst/>
              <a:cxnLst/>
              <a:rect l="l" t="t" r="r" b="b"/>
              <a:pathLst>
                <a:path w="1090" h="1017" extrusionOk="0">
                  <a:moveTo>
                    <a:pt x="73" y="931"/>
                  </a:moveTo>
                  <a:lnTo>
                    <a:pt x="73" y="14"/>
                  </a:lnTo>
                  <a:cubicBezTo>
                    <a:pt x="73" y="6"/>
                    <a:pt x="67" y="0"/>
                    <a:pt x="60" y="0"/>
                  </a:cubicBezTo>
                  <a:lnTo>
                    <a:pt x="14" y="0"/>
                  </a:lnTo>
                  <a:cubicBezTo>
                    <a:pt x="6" y="0"/>
                    <a:pt x="0" y="6"/>
                    <a:pt x="0" y="14"/>
                  </a:cubicBezTo>
                  <a:lnTo>
                    <a:pt x="0" y="1017"/>
                  </a:lnTo>
                  <a:lnTo>
                    <a:pt x="1077" y="1017"/>
                  </a:lnTo>
                  <a:cubicBezTo>
                    <a:pt x="1084" y="1017"/>
                    <a:pt x="1090" y="1011"/>
                    <a:pt x="1090" y="1004"/>
                  </a:cubicBezTo>
                  <a:lnTo>
                    <a:pt x="1090" y="958"/>
                  </a:lnTo>
                  <a:cubicBezTo>
                    <a:pt x="1090" y="951"/>
                    <a:pt x="1084" y="945"/>
                    <a:pt x="1077" y="945"/>
                  </a:cubicBezTo>
                  <a:lnTo>
                    <a:pt x="86" y="945"/>
                  </a:lnTo>
                  <a:cubicBezTo>
                    <a:pt x="79" y="945"/>
                    <a:pt x="73" y="939"/>
                    <a:pt x="73" y="931"/>
                  </a:cubicBezTo>
                  <a:close/>
                </a:path>
              </a:pathLst>
            </a:custGeom>
            <a:solidFill>
              <a:srgbClr val="DDFBF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1671;p44">
              <a:extLst>
                <a:ext uri="{FF2B5EF4-FFF2-40B4-BE49-F238E27FC236}">
                  <a16:creationId xmlns:a16="http://schemas.microsoft.com/office/drawing/2014/main" id="{6CF5A4B6-FB76-EC4C-81BE-DE1EBDE8BB2A}"/>
                </a:ext>
              </a:extLst>
            </p:cNvPr>
            <p:cNvSpPr/>
            <p:nvPr/>
          </p:nvSpPr>
          <p:spPr>
            <a:xfrm>
              <a:off x="4684680" y="1381320"/>
              <a:ext cx="52560" cy="78480"/>
            </a:xfrm>
            <a:custGeom>
              <a:avLst/>
              <a:gdLst/>
              <a:ahLst/>
              <a:cxnLst/>
              <a:rect l="l" t="t" r="r" b="b"/>
              <a:pathLst>
                <a:path w="146" h="218" extrusionOk="0">
                  <a:moveTo>
                    <a:pt x="132" y="0"/>
                  </a:moveTo>
                  <a:lnTo>
                    <a:pt x="13" y="0"/>
                  </a:lnTo>
                  <a:cubicBezTo>
                    <a:pt x="6" y="0"/>
                    <a:pt x="0" y="6"/>
                    <a:pt x="0" y="13"/>
                  </a:cubicBezTo>
                  <a:lnTo>
                    <a:pt x="0" y="205"/>
                  </a:lnTo>
                  <a:cubicBezTo>
                    <a:pt x="0" y="212"/>
                    <a:pt x="6" y="218"/>
                    <a:pt x="13" y="218"/>
                  </a:cubicBezTo>
                  <a:lnTo>
                    <a:pt x="132" y="218"/>
                  </a:lnTo>
                  <a:cubicBezTo>
                    <a:pt x="140" y="218"/>
                    <a:pt x="146" y="212"/>
                    <a:pt x="146" y="205"/>
                  </a:cubicBezTo>
                  <a:lnTo>
                    <a:pt x="146" y="13"/>
                  </a:lnTo>
                  <a:cubicBezTo>
                    <a:pt x="146" y="6"/>
                    <a:pt x="140" y="0"/>
                    <a:pt x="132" y="0"/>
                  </a:cubicBezTo>
                  <a:close/>
                </a:path>
              </a:pathLst>
            </a:custGeom>
            <a:solidFill>
              <a:srgbClr val="008F95"/>
            </a:solidFill>
            <a:ln>
              <a:noFill/>
            </a:ln>
          </p:spPr>
          <p:txBody>
            <a:bodyPr spcFirstLastPara="1" wrap="square" lIns="90000" tIns="33475" rIns="90000" bIns="334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1672;p44">
              <a:extLst>
                <a:ext uri="{FF2B5EF4-FFF2-40B4-BE49-F238E27FC236}">
                  <a16:creationId xmlns:a16="http://schemas.microsoft.com/office/drawing/2014/main" id="{DFC3791A-9000-66CB-2C0A-D754611E4DA7}"/>
                </a:ext>
              </a:extLst>
            </p:cNvPr>
            <p:cNvSpPr/>
            <p:nvPr/>
          </p:nvSpPr>
          <p:spPr>
            <a:xfrm>
              <a:off x="4580280" y="1329120"/>
              <a:ext cx="52200" cy="130680"/>
            </a:xfrm>
            <a:custGeom>
              <a:avLst/>
              <a:gdLst/>
              <a:ahLst/>
              <a:cxnLst/>
              <a:rect l="l" t="t" r="r" b="b"/>
              <a:pathLst>
                <a:path w="145" h="363" extrusionOk="0">
                  <a:moveTo>
                    <a:pt x="132" y="0"/>
                  </a:moveTo>
                  <a:lnTo>
                    <a:pt x="13" y="0"/>
                  </a:lnTo>
                  <a:cubicBezTo>
                    <a:pt x="6" y="0"/>
                    <a:pt x="0" y="6"/>
                    <a:pt x="0" y="13"/>
                  </a:cubicBezTo>
                  <a:lnTo>
                    <a:pt x="0" y="350"/>
                  </a:lnTo>
                  <a:cubicBezTo>
                    <a:pt x="0" y="357"/>
                    <a:pt x="6" y="363"/>
                    <a:pt x="13" y="363"/>
                  </a:cubicBezTo>
                  <a:lnTo>
                    <a:pt x="132" y="363"/>
                  </a:lnTo>
                  <a:cubicBezTo>
                    <a:pt x="139" y="363"/>
                    <a:pt x="145" y="357"/>
                    <a:pt x="145" y="350"/>
                  </a:cubicBezTo>
                  <a:lnTo>
                    <a:pt x="145" y="13"/>
                  </a:lnTo>
                  <a:cubicBezTo>
                    <a:pt x="145" y="6"/>
                    <a:pt x="139" y="0"/>
                    <a:pt x="132" y="0"/>
                  </a:cubicBezTo>
                  <a:close/>
                </a:path>
              </a:pathLst>
            </a:custGeom>
            <a:solidFill>
              <a:srgbClr val="008F9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1673;p44">
              <a:extLst>
                <a:ext uri="{FF2B5EF4-FFF2-40B4-BE49-F238E27FC236}">
                  <a16:creationId xmlns:a16="http://schemas.microsoft.com/office/drawing/2014/main" id="{2B6D14CE-90B0-9DED-22AA-010A6DFE974E}"/>
                </a:ext>
              </a:extLst>
            </p:cNvPr>
            <p:cNvSpPr/>
            <p:nvPr/>
          </p:nvSpPr>
          <p:spPr>
            <a:xfrm>
              <a:off x="4402080" y="1145880"/>
              <a:ext cx="25920" cy="340200"/>
            </a:xfrm>
            <a:custGeom>
              <a:avLst/>
              <a:gdLst/>
              <a:ahLst/>
              <a:cxnLst/>
              <a:rect l="l" t="t" r="r" b="b"/>
              <a:pathLst>
                <a:path w="72" h="945" extrusionOk="0">
                  <a:moveTo>
                    <a:pt x="13" y="14"/>
                  </a:moveTo>
                  <a:lnTo>
                    <a:pt x="13" y="931"/>
                  </a:lnTo>
                  <a:cubicBezTo>
                    <a:pt x="13" y="939"/>
                    <a:pt x="19" y="945"/>
                    <a:pt x="26" y="945"/>
                  </a:cubicBezTo>
                  <a:lnTo>
                    <a:pt x="72" y="945"/>
                  </a:lnTo>
                  <a:cubicBezTo>
                    <a:pt x="65" y="945"/>
                    <a:pt x="59" y="939"/>
                    <a:pt x="59" y="931"/>
                  </a:cubicBezTo>
                  <a:lnTo>
                    <a:pt x="59" y="14"/>
                  </a:lnTo>
                  <a:cubicBezTo>
                    <a:pt x="59" y="6"/>
                    <a:pt x="53" y="0"/>
                    <a:pt x="46" y="0"/>
                  </a:cubicBezTo>
                  <a:lnTo>
                    <a:pt x="0" y="0"/>
                  </a:lnTo>
                  <a:cubicBezTo>
                    <a:pt x="7" y="0"/>
                    <a:pt x="13" y="6"/>
                    <a:pt x="13" y="14"/>
                  </a:cubicBezTo>
                  <a:close/>
                </a:path>
              </a:pathLst>
            </a:custGeom>
            <a:solidFill>
              <a:srgbClr val="DDFBF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1674;p44">
              <a:extLst>
                <a:ext uri="{FF2B5EF4-FFF2-40B4-BE49-F238E27FC236}">
                  <a16:creationId xmlns:a16="http://schemas.microsoft.com/office/drawing/2014/main" id="{1F9CF6B4-0694-60CD-683D-2BEEBD118BE2}"/>
                </a:ext>
              </a:extLst>
            </p:cNvPr>
            <p:cNvSpPr/>
            <p:nvPr/>
          </p:nvSpPr>
          <p:spPr>
            <a:xfrm>
              <a:off x="4391280" y="1140120"/>
              <a:ext cx="403920" cy="378000"/>
            </a:xfrm>
            <a:custGeom>
              <a:avLst/>
              <a:gdLst/>
              <a:ahLst/>
              <a:cxnLst/>
              <a:rect l="l" t="t" r="r" b="b"/>
              <a:pathLst>
                <a:path w="1122" h="1050" extrusionOk="0">
                  <a:moveTo>
                    <a:pt x="1089" y="1017"/>
                  </a:moveTo>
                  <a:lnTo>
                    <a:pt x="1050" y="1017"/>
                  </a:lnTo>
                  <a:lnTo>
                    <a:pt x="1050" y="977"/>
                  </a:lnTo>
                  <a:lnTo>
                    <a:pt x="1089" y="977"/>
                  </a:lnTo>
                  <a:lnTo>
                    <a:pt x="1089" y="1017"/>
                  </a:lnTo>
                  <a:moveTo>
                    <a:pt x="33" y="33"/>
                  </a:moveTo>
                  <a:lnTo>
                    <a:pt x="73" y="33"/>
                  </a:lnTo>
                  <a:lnTo>
                    <a:pt x="73" y="73"/>
                  </a:lnTo>
                  <a:lnTo>
                    <a:pt x="33" y="73"/>
                  </a:lnTo>
                  <a:lnTo>
                    <a:pt x="33" y="33"/>
                  </a:lnTo>
                  <a:moveTo>
                    <a:pt x="1106" y="944"/>
                  </a:moveTo>
                  <a:lnTo>
                    <a:pt x="105" y="944"/>
                  </a:lnTo>
                  <a:lnTo>
                    <a:pt x="105" y="16"/>
                  </a:lnTo>
                  <a:cubicBezTo>
                    <a:pt x="105" y="7"/>
                    <a:pt x="98" y="0"/>
                    <a:pt x="89" y="0"/>
                  </a:cubicBezTo>
                  <a:lnTo>
                    <a:pt x="16" y="0"/>
                  </a:lnTo>
                  <a:cubicBezTo>
                    <a:pt x="12" y="0"/>
                    <a:pt x="8" y="2"/>
                    <a:pt x="5" y="5"/>
                  </a:cubicBezTo>
                  <a:cubicBezTo>
                    <a:pt x="2" y="8"/>
                    <a:pt x="0" y="12"/>
                    <a:pt x="0" y="16"/>
                  </a:cubicBezTo>
                  <a:lnTo>
                    <a:pt x="0" y="89"/>
                  </a:lnTo>
                  <a:lnTo>
                    <a:pt x="0" y="89"/>
                  </a:lnTo>
                  <a:lnTo>
                    <a:pt x="0" y="1033"/>
                  </a:lnTo>
                  <a:cubicBezTo>
                    <a:pt x="0" y="1042"/>
                    <a:pt x="7" y="1050"/>
                    <a:pt x="16" y="1050"/>
                  </a:cubicBezTo>
                  <a:lnTo>
                    <a:pt x="130" y="1050"/>
                  </a:lnTo>
                  <a:cubicBezTo>
                    <a:pt x="139" y="1050"/>
                    <a:pt x="147" y="1042"/>
                    <a:pt x="147" y="1033"/>
                  </a:cubicBezTo>
                  <a:cubicBezTo>
                    <a:pt x="147" y="1024"/>
                    <a:pt x="139" y="1017"/>
                    <a:pt x="130" y="1017"/>
                  </a:cubicBezTo>
                  <a:lnTo>
                    <a:pt x="33" y="1017"/>
                  </a:lnTo>
                  <a:lnTo>
                    <a:pt x="33" y="105"/>
                  </a:lnTo>
                  <a:lnTo>
                    <a:pt x="73" y="105"/>
                  </a:lnTo>
                  <a:lnTo>
                    <a:pt x="73" y="961"/>
                  </a:lnTo>
                  <a:cubicBezTo>
                    <a:pt x="73" y="970"/>
                    <a:pt x="80" y="977"/>
                    <a:pt x="89" y="977"/>
                  </a:cubicBezTo>
                  <a:lnTo>
                    <a:pt x="1017" y="977"/>
                  </a:lnTo>
                  <a:lnTo>
                    <a:pt x="1017" y="1017"/>
                  </a:lnTo>
                  <a:lnTo>
                    <a:pt x="196" y="1017"/>
                  </a:lnTo>
                  <a:cubicBezTo>
                    <a:pt x="187" y="1017"/>
                    <a:pt x="179" y="1024"/>
                    <a:pt x="179" y="1033"/>
                  </a:cubicBezTo>
                  <a:cubicBezTo>
                    <a:pt x="179" y="1042"/>
                    <a:pt x="187" y="1050"/>
                    <a:pt x="196" y="1050"/>
                  </a:cubicBezTo>
                  <a:lnTo>
                    <a:pt x="1106" y="1050"/>
                  </a:lnTo>
                  <a:cubicBezTo>
                    <a:pt x="1115" y="1050"/>
                    <a:pt x="1122" y="1042"/>
                    <a:pt x="1122" y="1033"/>
                  </a:cubicBezTo>
                  <a:lnTo>
                    <a:pt x="1122" y="961"/>
                  </a:lnTo>
                  <a:cubicBezTo>
                    <a:pt x="1122" y="952"/>
                    <a:pt x="1115" y="944"/>
                    <a:pt x="1106" y="944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1675;p44">
              <a:extLst>
                <a:ext uri="{FF2B5EF4-FFF2-40B4-BE49-F238E27FC236}">
                  <a16:creationId xmlns:a16="http://schemas.microsoft.com/office/drawing/2014/main" id="{CD0C20BC-3160-174C-97D0-67A646F2F351}"/>
                </a:ext>
              </a:extLst>
            </p:cNvPr>
            <p:cNvSpPr/>
            <p:nvPr/>
          </p:nvSpPr>
          <p:spPr>
            <a:xfrm>
              <a:off x="4678920" y="1375560"/>
              <a:ext cx="64080" cy="90000"/>
            </a:xfrm>
            <a:custGeom>
              <a:avLst/>
              <a:gdLst/>
              <a:ahLst/>
              <a:cxnLst/>
              <a:rect l="l" t="t" r="r" b="b"/>
              <a:pathLst>
                <a:path w="178" h="250" extrusionOk="0">
                  <a:moveTo>
                    <a:pt x="33" y="33"/>
                  </a:moveTo>
                  <a:lnTo>
                    <a:pt x="145" y="33"/>
                  </a:lnTo>
                  <a:lnTo>
                    <a:pt x="145" y="218"/>
                  </a:lnTo>
                  <a:lnTo>
                    <a:pt x="33" y="218"/>
                  </a:lnTo>
                  <a:lnTo>
                    <a:pt x="33" y="33"/>
                  </a:lnTo>
                  <a:moveTo>
                    <a:pt x="16" y="250"/>
                  </a:moveTo>
                  <a:lnTo>
                    <a:pt x="162" y="250"/>
                  </a:lnTo>
                  <a:cubicBezTo>
                    <a:pt x="171" y="250"/>
                    <a:pt x="178" y="243"/>
                    <a:pt x="178" y="234"/>
                  </a:cubicBezTo>
                  <a:lnTo>
                    <a:pt x="178" y="16"/>
                  </a:lnTo>
                  <a:cubicBezTo>
                    <a:pt x="178" y="7"/>
                    <a:pt x="171" y="0"/>
                    <a:pt x="162" y="0"/>
                  </a:cubicBezTo>
                  <a:lnTo>
                    <a:pt x="16" y="0"/>
                  </a:lnTo>
                  <a:cubicBezTo>
                    <a:pt x="7" y="0"/>
                    <a:pt x="0" y="7"/>
                    <a:pt x="0" y="16"/>
                  </a:cubicBezTo>
                  <a:lnTo>
                    <a:pt x="0" y="234"/>
                  </a:lnTo>
                  <a:cubicBezTo>
                    <a:pt x="0" y="243"/>
                    <a:pt x="7" y="250"/>
                    <a:pt x="16" y="250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1676;p44">
              <a:extLst>
                <a:ext uri="{FF2B5EF4-FFF2-40B4-BE49-F238E27FC236}">
                  <a16:creationId xmlns:a16="http://schemas.microsoft.com/office/drawing/2014/main" id="{3A8CD7DF-8570-B7D3-2388-D5906588DCA8}"/>
                </a:ext>
              </a:extLst>
            </p:cNvPr>
            <p:cNvSpPr/>
            <p:nvPr/>
          </p:nvSpPr>
          <p:spPr>
            <a:xfrm>
              <a:off x="4574160" y="1323000"/>
              <a:ext cx="64440" cy="142560"/>
            </a:xfrm>
            <a:custGeom>
              <a:avLst/>
              <a:gdLst/>
              <a:ahLst/>
              <a:cxnLst/>
              <a:rect l="l" t="t" r="r" b="b"/>
              <a:pathLst>
                <a:path w="179" h="396" extrusionOk="0">
                  <a:moveTo>
                    <a:pt x="33" y="33"/>
                  </a:moveTo>
                  <a:lnTo>
                    <a:pt x="146" y="33"/>
                  </a:lnTo>
                  <a:lnTo>
                    <a:pt x="146" y="364"/>
                  </a:lnTo>
                  <a:lnTo>
                    <a:pt x="33" y="364"/>
                  </a:lnTo>
                  <a:lnTo>
                    <a:pt x="33" y="33"/>
                  </a:lnTo>
                  <a:moveTo>
                    <a:pt x="0" y="17"/>
                  </a:moveTo>
                  <a:lnTo>
                    <a:pt x="0" y="380"/>
                  </a:lnTo>
                  <a:cubicBezTo>
                    <a:pt x="0" y="389"/>
                    <a:pt x="8" y="396"/>
                    <a:pt x="17" y="396"/>
                  </a:cubicBezTo>
                  <a:lnTo>
                    <a:pt x="162" y="396"/>
                  </a:lnTo>
                  <a:cubicBezTo>
                    <a:pt x="171" y="396"/>
                    <a:pt x="179" y="389"/>
                    <a:pt x="179" y="380"/>
                  </a:cubicBezTo>
                  <a:lnTo>
                    <a:pt x="179" y="17"/>
                  </a:lnTo>
                  <a:cubicBezTo>
                    <a:pt x="179" y="8"/>
                    <a:pt x="171" y="0"/>
                    <a:pt x="162" y="0"/>
                  </a:cubicBezTo>
                  <a:lnTo>
                    <a:pt x="17" y="0"/>
                  </a:lnTo>
                  <a:cubicBezTo>
                    <a:pt x="8" y="0"/>
                    <a:pt x="0" y="8"/>
                    <a:pt x="0" y="17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1677;p44">
              <a:extLst>
                <a:ext uri="{FF2B5EF4-FFF2-40B4-BE49-F238E27FC236}">
                  <a16:creationId xmlns:a16="http://schemas.microsoft.com/office/drawing/2014/main" id="{939DBD44-7803-6A0A-71B2-51BF99F09F0E}"/>
                </a:ext>
              </a:extLst>
            </p:cNvPr>
            <p:cNvSpPr/>
            <p:nvPr/>
          </p:nvSpPr>
          <p:spPr>
            <a:xfrm>
              <a:off x="4469760" y="1270800"/>
              <a:ext cx="64080" cy="194760"/>
            </a:xfrm>
            <a:custGeom>
              <a:avLst/>
              <a:gdLst/>
              <a:ahLst/>
              <a:cxnLst/>
              <a:rect l="l" t="t" r="r" b="b"/>
              <a:pathLst>
                <a:path w="178" h="541" extrusionOk="0">
                  <a:moveTo>
                    <a:pt x="33" y="33"/>
                  </a:moveTo>
                  <a:lnTo>
                    <a:pt x="145" y="33"/>
                  </a:lnTo>
                  <a:lnTo>
                    <a:pt x="145" y="509"/>
                  </a:lnTo>
                  <a:lnTo>
                    <a:pt x="33" y="509"/>
                  </a:lnTo>
                  <a:lnTo>
                    <a:pt x="33" y="33"/>
                  </a:lnTo>
                  <a:moveTo>
                    <a:pt x="16" y="541"/>
                  </a:moveTo>
                  <a:lnTo>
                    <a:pt x="162" y="541"/>
                  </a:lnTo>
                  <a:cubicBezTo>
                    <a:pt x="171" y="541"/>
                    <a:pt x="178" y="534"/>
                    <a:pt x="178" y="525"/>
                  </a:cubicBezTo>
                  <a:lnTo>
                    <a:pt x="178" y="17"/>
                  </a:lnTo>
                  <a:cubicBezTo>
                    <a:pt x="178" y="7"/>
                    <a:pt x="171" y="0"/>
                    <a:pt x="162" y="0"/>
                  </a:cubicBezTo>
                  <a:lnTo>
                    <a:pt x="16" y="0"/>
                  </a:lnTo>
                  <a:cubicBezTo>
                    <a:pt x="7" y="0"/>
                    <a:pt x="0" y="7"/>
                    <a:pt x="0" y="17"/>
                  </a:cubicBezTo>
                  <a:lnTo>
                    <a:pt x="0" y="525"/>
                  </a:lnTo>
                  <a:cubicBezTo>
                    <a:pt x="0" y="534"/>
                    <a:pt x="7" y="541"/>
                    <a:pt x="16" y="541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1678;p44">
              <a:extLst>
                <a:ext uri="{FF2B5EF4-FFF2-40B4-BE49-F238E27FC236}">
                  <a16:creationId xmlns:a16="http://schemas.microsoft.com/office/drawing/2014/main" id="{6E74B3C3-F923-E9CC-5627-D4A0D2568BA2}"/>
                </a:ext>
              </a:extLst>
            </p:cNvPr>
            <p:cNvSpPr/>
            <p:nvPr/>
          </p:nvSpPr>
          <p:spPr>
            <a:xfrm>
              <a:off x="4534920" y="1140120"/>
              <a:ext cx="116640" cy="116280"/>
            </a:xfrm>
            <a:custGeom>
              <a:avLst/>
              <a:gdLst/>
              <a:ahLst/>
              <a:cxnLst/>
              <a:rect l="l" t="t" r="r" b="b"/>
              <a:pathLst>
                <a:path w="324" h="323" extrusionOk="0">
                  <a:moveTo>
                    <a:pt x="89" y="142"/>
                  </a:moveTo>
                  <a:cubicBezTo>
                    <a:pt x="99" y="142"/>
                    <a:pt x="106" y="134"/>
                    <a:pt x="106" y="125"/>
                  </a:cubicBezTo>
                  <a:lnTo>
                    <a:pt x="106" y="33"/>
                  </a:lnTo>
                  <a:lnTo>
                    <a:pt x="218" y="33"/>
                  </a:lnTo>
                  <a:lnTo>
                    <a:pt x="218" y="125"/>
                  </a:lnTo>
                  <a:cubicBezTo>
                    <a:pt x="218" y="134"/>
                    <a:pt x="226" y="142"/>
                    <a:pt x="235" y="142"/>
                  </a:cubicBezTo>
                  <a:lnTo>
                    <a:pt x="273" y="142"/>
                  </a:lnTo>
                  <a:lnTo>
                    <a:pt x="162" y="281"/>
                  </a:lnTo>
                  <a:lnTo>
                    <a:pt x="51" y="142"/>
                  </a:lnTo>
                  <a:lnTo>
                    <a:pt x="89" y="142"/>
                  </a:lnTo>
                  <a:moveTo>
                    <a:pt x="149" y="317"/>
                  </a:moveTo>
                  <a:cubicBezTo>
                    <a:pt x="152" y="321"/>
                    <a:pt x="157" y="323"/>
                    <a:pt x="162" y="323"/>
                  </a:cubicBezTo>
                  <a:cubicBezTo>
                    <a:pt x="167" y="323"/>
                    <a:pt x="172" y="321"/>
                    <a:pt x="175" y="317"/>
                  </a:cubicBezTo>
                  <a:lnTo>
                    <a:pt x="320" y="136"/>
                  </a:lnTo>
                  <a:cubicBezTo>
                    <a:pt x="324" y="131"/>
                    <a:pt x="325" y="124"/>
                    <a:pt x="322" y="118"/>
                  </a:cubicBezTo>
                  <a:cubicBezTo>
                    <a:pt x="319" y="113"/>
                    <a:pt x="314" y="109"/>
                    <a:pt x="307" y="109"/>
                  </a:cubicBezTo>
                  <a:lnTo>
                    <a:pt x="251" y="109"/>
                  </a:lnTo>
                  <a:lnTo>
                    <a:pt x="251" y="16"/>
                  </a:lnTo>
                  <a:cubicBezTo>
                    <a:pt x="251" y="7"/>
                    <a:pt x="244" y="0"/>
                    <a:pt x="235" y="0"/>
                  </a:cubicBezTo>
                  <a:lnTo>
                    <a:pt x="89" y="0"/>
                  </a:lnTo>
                  <a:cubicBezTo>
                    <a:pt x="80" y="0"/>
                    <a:pt x="73" y="7"/>
                    <a:pt x="73" y="16"/>
                  </a:cubicBezTo>
                  <a:lnTo>
                    <a:pt x="73" y="109"/>
                  </a:lnTo>
                  <a:lnTo>
                    <a:pt x="17" y="109"/>
                  </a:lnTo>
                  <a:cubicBezTo>
                    <a:pt x="11" y="109"/>
                    <a:pt x="5" y="113"/>
                    <a:pt x="2" y="118"/>
                  </a:cubicBezTo>
                  <a:cubicBezTo>
                    <a:pt x="-1" y="124"/>
                    <a:pt x="0" y="131"/>
                    <a:pt x="4" y="136"/>
                  </a:cubicBezTo>
                  <a:lnTo>
                    <a:pt x="149" y="317"/>
                  </a:ln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1679;p44">
              <a:extLst>
                <a:ext uri="{FF2B5EF4-FFF2-40B4-BE49-F238E27FC236}">
                  <a16:creationId xmlns:a16="http://schemas.microsoft.com/office/drawing/2014/main" id="{4DEE3DC6-6619-91E4-0D47-81CA40B6753E}"/>
                </a:ext>
              </a:extLst>
            </p:cNvPr>
            <p:cNvSpPr/>
            <p:nvPr/>
          </p:nvSpPr>
          <p:spPr>
            <a:xfrm>
              <a:off x="4691880" y="1349280"/>
              <a:ext cx="38160" cy="11880"/>
            </a:xfrm>
            <a:custGeom>
              <a:avLst/>
              <a:gdLst/>
              <a:ahLst/>
              <a:cxnLst/>
              <a:rect l="l" t="t" r="r" b="b"/>
              <a:pathLst>
                <a:path w="106" h="33" extrusionOk="0">
                  <a:moveTo>
                    <a:pt x="17" y="33"/>
                  </a:moveTo>
                  <a:lnTo>
                    <a:pt x="89" y="33"/>
                  </a:lnTo>
                  <a:cubicBezTo>
                    <a:pt x="98" y="33"/>
                    <a:pt x="106" y="26"/>
                    <a:pt x="106" y="16"/>
                  </a:cubicBezTo>
                  <a:cubicBezTo>
                    <a:pt x="106" y="7"/>
                    <a:pt x="98" y="0"/>
                    <a:pt x="89" y="0"/>
                  </a:cubicBezTo>
                  <a:lnTo>
                    <a:pt x="17" y="0"/>
                  </a:lnTo>
                  <a:cubicBezTo>
                    <a:pt x="8" y="0"/>
                    <a:pt x="0" y="7"/>
                    <a:pt x="0" y="16"/>
                  </a:cubicBezTo>
                  <a:cubicBezTo>
                    <a:pt x="0" y="26"/>
                    <a:pt x="8" y="33"/>
                    <a:pt x="17" y="33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1680;p44">
              <a:extLst>
                <a:ext uri="{FF2B5EF4-FFF2-40B4-BE49-F238E27FC236}">
                  <a16:creationId xmlns:a16="http://schemas.microsoft.com/office/drawing/2014/main" id="{8C4D956D-CC86-5858-B2DD-1A7A252189F7}"/>
                </a:ext>
              </a:extLst>
            </p:cNvPr>
            <p:cNvSpPr/>
            <p:nvPr/>
          </p:nvSpPr>
          <p:spPr>
            <a:xfrm>
              <a:off x="4587480" y="1297080"/>
              <a:ext cx="37800" cy="11880"/>
            </a:xfrm>
            <a:custGeom>
              <a:avLst/>
              <a:gdLst/>
              <a:ahLst/>
              <a:cxnLst/>
              <a:rect l="l" t="t" r="r" b="b"/>
              <a:pathLst>
                <a:path w="105" h="33" extrusionOk="0">
                  <a:moveTo>
                    <a:pt x="89" y="33"/>
                  </a:moveTo>
                  <a:cubicBezTo>
                    <a:pt x="98" y="33"/>
                    <a:pt x="105" y="25"/>
                    <a:pt x="105" y="16"/>
                  </a:cubicBezTo>
                  <a:cubicBezTo>
                    <a:pt x="105" y="7"/>
                    <a:pt x="98" y="0"/>
                    <a:pt x="89" y="0"/>
                  </a:cubicBezTo>
                  <a:lnTo>
                    <a:pt x="16" y="0"/>
                  </a:ln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7" y="33"/>
                    <a:pt x="16" y="33"/>
                  </a:cubicBezTo>
                  <a:lnTo>
                    <a:pt x="89" y="33"/>
                  </a:ln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1681;p44">
              <a:extLst>
                <a:ext uri="{FF2B5EF4-FFF2-40B4-BE49-F238E27FC236}">
                  <a16:creationId xmlns:a16="http://schemas.microsoft.com/office/drawing/2014/main" id="{3C2ADF41-CBBE-CF79-A98D-A2384D4B59CD}"/>
                </a:ext>
              </a:extLst>
            </p:cNvPr>
            <p:cNvSpPr/>
            <p:nvPr/>
          </p:nvSpPr>
          <p:spPr>
            <a:xfrm>
              <a:off x="4482720" y="1244520"/>
              <a:ext cx="38160" cy="11880"/>
            </a:xfrm>
            <a:custGeom>
              <a:avLst/>
              <a:gdLst/>
              <a:ahLst/>
              <a:cxnLst/>
              <a:rect l="l" t="t" r="r" b="b"/>
              <a:pathLst>
                <a:path w="106" h="33" extrusionOk="0">
                  <a:moveTo>
                    <a:pt x="17" y="33"/>
                  </a:moveTo>
                  <a:lnTo>
                    <a:pt x="89" y="33"/>
                  </a:lnTo>
                  <a:cubicBezTo>
                    <a:pt x="98" y="33"/>
                    <a:pt x="106" y="26"/>
                    <a:pt x="106" y="17"/>
                  </a:cubicBezTo>
                  <a:cubicBezTo>
                    <a:pt x="106" y="8"/>
                    <a:pt x="98" y="0"/>
                    <a:pt x="89" y="0"/>
                  </a:cubicBezTo>
                  <a:lnTo>
                    <a:pt x="17" y="0"/>
                  </a:lnTo>
                  <a:cubicBezTo>
                    <a:pt x="7" y="0"/>
                    <a:pt x="0" y="8"/>
                    <a:pt x="0" y="17"/>
                  </a:cubicBezTo>
                  <a:cubicBezTo>
                    <a:pt x="0" y="26"/>
                    <a:pt x="7" y="33"/>
                    <a:pt x="17" y="33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" name="Google Shape;1667;p44">
            <a:extLst>
              <a:ext uri="{FF2B5EF4-FFF2-40B4-BE49-F238E27FC236}">
                <a16:creationId xmlns:a16="http://schemas.microsoft.com/office/drawing/2014/main" id="{5FD43BD7-C1C6-C4B4-43CD-17E18E2965A4}"/>
              </a:ext>
            </a:extLst>
          </p:cNvPr>
          <p:cNvGrpSpPr/>
          <p:nvPr/>
        </p:nvGrpSpPr>
        <p:grpSpPr>
          <a:xfrm>
            <a:off x="4385389" y="2241106"/>
            <a:ext cx="373222" cy="349272"/>
            <a:chOff x="4391280" y="1140120"/>
            <a:chExt cx="403920" cy="378000"/>
          </a:xfrm>
        </p:grpSpPr>
        <p:sp>
          <p:nvSpPr>
            <p:cNvPr id="63" name="Google Shape;1668;p44">
              <a:extLst>
                <a:ext uri="{FF2B5EF4-FFF2-40B4-BE49-F238E27FC236}">
                  <a16:creationId xmlns:a16="http://schemas.microsoft.com/office/drawing/2014/main" id="{3503B7D8-277E-91CA-3E61-A1EC369CD63E}"/>
                </a:ext>
              </a:extLst>
            </p:cNvPr>
            <p:cNvSpPr/>
            <p:nvPr/>
          </p:nvSpPr>
          <p:spPr>
            <a:xfrm>
              <a:off x="4546080" y="1145880"/>
              <a:ext cx="94320" cy="101880"/>
            </a:xfrm>
            <a:custGeom>
              <a:avLst/>
              <a:gdLst/>
              <a:ahLst/>
              <a:cxnLst/>
              <a:rect l="l" t="t" r="r" b="b"/>
              <a:pathLst>
                <a:path w="262" h="283" extrusionOk="0">
                  <a:moveTo>
                    <a:pt x="259" y="131"/>
                  </a:moveTo>
                  <a:lnTo>
                    <a:pt x="141" y="278"/>
                  </a:lnTo>
                  <a:cubicBezTo>
                    <a:pt x="136" y="285"/>
                    <a:pt x="126" y="285"/>
                    <a:pt x="121" y="278"/>
                  </a:cubicBezTo>
                  <a:lnTo>
                    <a:pt x="3" y="131"/>
                  </a:lnTo>
                  <a:cubicBezTo>
                    <a:pt x="-4" y="122"/>
                    <a:pt x="2" y="109"/>
                    <a:pt x="13" y="109"/>
                  </a:cubicBezTo>
                  <a:lnTo>
                    <a:pt x="45" y="109"/>
                  </a:lnTo>
                  <a:cubicBezTo>
                    <a:pt x="53" y="109"/>
                    <a:pt x="58" y="103"/>
                    <a:pt x="58" y="96"/>
                  </a:cubicBezTo>
                  <a:lnTo>
                    <a:pt x="58" y="14"/>
                  </a:lnTo>
                  <a:cubicBezTo>
                    <a:pt x="58" y="6"/>
                    <a:pt x="64" y="0"/>
                    <a:pt x="72" y="0"/>
                  </a:cubicBezTo>
                  <a:lnTo>
                    <a:pt x="191" y="0"/>
                  </a:lnTo>
                  <a:cubicBezTo>
                    <a:pt x="198" y="0"/>
                    <a:pt x="204" y="6"/>
                    <a:pt x="204" y="14"/>
                  </a:cubicBezTo>
                  <a:lnTo>
                    <a:pt x="204" y="96"/>
                  </a:lnTo>
                  <a:cubicBezTo>
                    <a:pt x="204" y="103"/>
                    <a:pt x="210" y="109"/>
                    <a:pt x="217" y="109"/>
                  </a:cubicBezTo>
                  <a:lnTo>
                    <a:pt x="249" y="109"/>
                  </a:lnTo>
                  <a:cubicBezTo>
                    <a:pt x="260" y="109"/>
                    <a:pt x="266" y="122"/>
                    <a:pt x="259" y="131"/>
                  </a:cubicBezTo>
                  <a:close/>
                </a:path>
              </a:pathLst>
            </a:custGeom>
            <a:solidFill>
              <a:srgbClr val="E24E4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669;p44">
              <a:extLst>
                <a:ext uri="{FF2B5EF4-FFF2-40B4-BE49-F238E27FC236}">
                  <a16:creationId xmlns:a16="http://schemas.microsoft.com/office/drawing/2014/main" id="{B8C522B2-A6EC-D563-1361-01EBB599C373}"/>
                </a:ext>
              </a:extLst>
            </p:cNvPr>
            <p:cNvSpPr/>
            <p:nvPr/>
          </p:nvSpPr>
          <p:spPr>
            <a:xfrm>
              <a:off x="4475520" y="1276920"/>
              <a:ext cx="52560" cy="182880"/>
            </a:xfrm>
            <a:custGeom>
              <a:avLst/>
              <a:gdLst/>
              <a:ahLst/>
              <a:cxnLst/>
              <a:rect l="l" t="t" r="r" b="b"/>
              <a:pathLst>
                <a:path w="146" h="508" extrusionOk="0">
                  <a:moveTo>
                    <a:pt x="132" y="0"/>
                  </a:moveTo>
                  <a:lnTo>
                    <a:pt x="13" y="0"/>
                  </a:lnTo>
                  <a:cubicBezTo>
                    <a:pt x="6" y="0"/>
                    <a:pt x="0" y="5"/>
                    <a:pt x="0" y="13"/>
                  </a:cubicBezTo>
                  <a:lnTo>
                    <a:pt x="0" y="495"/>
                  </a:lnTo>
                  <a:cubicBezTo>
                    <a:pt x="0" y="502"/>
                    <a:pt x="6" y="508"/>
                    <a:pt x="13" y="508"/>
                  </a:cubicBezTo>
                  <a:lnTo>
                    <a:pt x="132" y="508"/>
                  </a:lnTo>
                  <a:cubicBezTo>
                    <a:pt x="140" y="508"/>
                    <a:pt x="146" y="502"/>
                    <a:pt x="146" y="495"/>
                  </a:cubicBezTo>
                  <a:lnTo>
                    <a:pt x="146" y="13"/>
                  </a:lnTo>
                  <a:cubicBezTo>
                    <a:pt x="146" y="5"/>
                    <a:pt x="140" y="0"/>
                    <a:pt x="132" y="0"/>
                  </a:cubicBezTo>
                  <a:close/>
                </a:path>
              </a:pathLst>
            </a:custGeom>
            <a:solidFill>
              <a:srgbClr val="008F9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670;p44">
              <a:extLst>
                <a:ext uri="{FF2B5EF4-FFF2-40B4-BE49-F238E27FC236}">
                  <a16:creationId xmlns:a16="http://schemas.microsoft.com/office/drawing/2014/main" id="{E1213AE1-5F11-1AC3-6B1C-B1D6AD5BED5D}"/>
                </a:ext>
              </a:extLst>
            </p:cNvPr>
            <p:cNvSpPr/>
            <p:nvPr/>
          </p:nvSpPr>
          <p:spPr>
            <a:xfrm>
              <a:off x="4397040" y="1145880"/>
              <a:ext cx="392400" cy="366120"/>
            </a:xfrm>
            <a:custGeom>
              <a:avLst/>
              <a:gdLst/>
              <a:ahLst/>
              <a:cxnLst/>
              <a:rect l="l" t="t" r="r" b="b"/>
              <a:pathLst>
                <a:path w="1090" h="1017" extrusionOk="0">
                  <a:moveTo>
                    <a:pt x="73" y="931"/>
                  </a:moveTo>
                  <a:lnTo>
                    <a:pt x="73" y="14"/>
                  </a:lnTo>
                  <a:cubicBezTo>
                    <a:pt x="73" y="6"/>
                    <a:pt x="67" y="0"/>
                    <a:pt x="60" y="0"/>
                  </a:cubicBezTo>
                  <a:lnTo>
                    <a:pt x="14" y="0"/>
                  </a:lnTo>
                  <a:cubicBezTo>
                    <a:pt x="6" y="0"/>
                    <a:pt x="0" y="6"/>
                    <a:pt x="0" y="14"/>
                  </a:cubicBezTo>
                  <a:lnTo>
                    <a:pt x="0" y="1017"/>
                  </a:lnTo>
                  <a:lnTo>
                    <a:pt x="1077" y="1017"/>
                  </a:lnTo>
                  <a:cubicBezTo>
                    <a:pt x="1084" y="1017"/>
                    <a:pt x="1090" y="1011"/>
                    <a:pt x="1090" y="1004"/>
                  </a:cubicBezTo>
                  <a:lnTo>
                    <a:pt x="1090" y="958"/>
                  </a:lnTo>
                  <a:cubicBezTo>
                    <a:pt x="1090" y="951"/>
                    <a:pt x="1084" y="945"/>
                    <a:pt x="1077" y="945"/>
                  </a:cubicBezTo>
                  <a:lnTo>
                    <a:pt x="86" y="945"/>
                  </a:lnTo>
                  <a:cubicBezTo>
                    <a:pt x="79" y="945"/>
                    <a:pt x="73" y="939"/>
                    <a:pt x="73" y="931"/>
                  </a:cubicBezTo>
                  <a:close/>
                </a:path>
              </a:pathLst>
            </a:custGeom>
            <a:solidFill>
              <a:srgbClr val="DDFBF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671;p44">
              <a:extLst>
                <a:ext uri="{FF2B5EF4-FFF2-40B4-BE49-F238E27FC236}">
                  <a16:creationId xmlns:a16="http://schemas.microsoft.com/office/drawing/2014/main" id="{E6E90EEE-3ACC-B98D-4D1C-EC83880AD7EA}"/>
                </a:ext>
              </a:extLst>
            </p:cNvPr>
            <p:cNvSpPr/>
            <p:nvPr/>
          </p:nvSpPr>
          <p:spPr>
            <a:xfrm>
              <a:off x="4684680" y="1381320"/>
              <a:ext cx="52560" cy="78480"/>
            </a:xfrm>
            <a:custGeom>
              <a:avLst/>
              <a:gdLst/>
              <a:ahLst/>
              <a:cxnLst/>
              <a:rect l="l" t="t" r="r" b="b"/>
              <a:pathLst>
                <a:path w="146" h="218" extrusionOk="0">
                  <a:moveTo>
                    <a:pt x="132" y="0"/>
                  </a:moveTo>
                  <a:lnTo>
                    <a:pt x="13" y="0"/>
                  </a:lnTo>
                  <a:cubicBezTo>
                    <a:pt x="6" y="0"/>
                    <a:pt x="0" y="6"/>
                    <a:pt x="0" y="13"/>
                  </a:cubicBezTo>
                  <a:lnTo>
                    <a:pt x="0" y="205"/>
                  </a:lnTo>
                  <a:cubicBezTo>
                    <a:pt x="0" y="212"/>
                    <a:pt x="6" y="218"/>
                    <a:pt x="13" y="218"/>
                  </a:cubicBezTo>
                  <a:lnTo>
                    <a:pt x="132" y="218"/>
                  </a:lnTo>
                  <a:cubicBezTo>
                    <a:pt x="140" y="218"/>
                    <a:pt x="146" y="212"/>
                    <a:pt x="146" y="205"/>
                  </a:cubicBezTo>
                  <a:lnTo>
                    <a:pt x="146" y="13"/>
                  </a:lnTo>
                  <a:cubicBezTo>
                    <a:pt x="146" y="6"/>
                    <a:pt x="140" y="0"/>
                    <a:pt x="132" y="0"/>
                  </a:cubicBezTo>
                  <a:close/>
                </a:path>
              </a:pathLst>
            </a:custGeom>
            <a:solidFill>
              <a:srgbClr val="008F95"/>
            </a:solidFill>
            <a:ln>
              <a:noFill/>
            </a:ln>
          </p:spPr>
          <p:txBody>
            <a:bodyPr spcFirstLastPara="1" wrap="square" lIns="90000" tIns="33475" rIns="90000" bIns="334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672;p44">
              <a:extLst>
                <a:ext uri="{FF2B5EF4-FFF2-40B4-BE49-F238E27FC236}">
                  <a16:creationId xmlns:a16="http://schemas.microsoft.com/office/drawing/2014/main" id="{FBB73FA4-7EBB-EBE9-E56B-13B18C07DB4A}"/>
                </a:ext>
              </a:extLst>
            </p:cNvPr>
            <p:cNvSpPr/>
            <p:nvPr/>
          </p:nvSpPr>
          <p:spPr>
            <a:xfrm>
              <a:off x="4580280" y="1329120"/>
              <a:ext cx="52200" cy="130680"/>
            </a:xfrm>
            <a:custGeom>
              <a:avLst/>
              <a:gdLst/>
              <a:ahLst/>
              <a:cxnLst/>
              <a:rect l="l" t="t" r="r" b="b"/>
              <a:pathLst>
                <a:path w="145" h="363" extrusionOk="0">
                  <a:moveTo>
                    <a:pt x="132" y="0"/>
                  </a:moveTo>
                  <a:lnTo>
                    <a:pt x="13" y="0"/>
                  </a:lnTo>
                  <a:cubicBezTo>
                    <a:pt x="6" y="0"/>
                    <a:pt x="0" y="6"/>
                    <a:pt x="0" y="13"/>
                  </a:cubicBezTo>
                  <a:lnTo>
                    <a:pt x="0" y="350"/>
                  </a:lnTo>
                  <a:cubicBezTo>
                    <a:pt x="0" y="357"/>
                    <a:pt x="6" y="363"/>
                    <a:pt x="13" y="363"/>
                  </a:cubicBezTo>
                  <a:lnTo>
                    <a:pt x="132" y="363"/>
                  </a:lnTo>
                  <a:cubicBezTo>
                    <a:pt x="139" y="363"/>
                    <a:pt x="145" y="357"/>
                    <a:pt x="145" y="350"/>
                  </a:cubicBezTo>
                  <a:lnTo>
                    <a:pt x="145" y="13"/>
                  </a:lnTo>
                  <a:cubicBezTo>
                    <a:pt x="145" y="6"/>
                    <a:pt x="139" y="0"/>
                    <a:pt x="132" y="0"/>
                  </a:cubicBezTo>
                  <a:close/>
                </a:path>
              </a:pathLst>
            </a:custGeom>
            <a:solidFill>
              <a:srgbClr val="008F9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673;p44">
              <a:extLst>
                <a:ext uri="{FF2B5EF4-FFF2-40B4-BE49-F238E27FC236}">
                  <a16:creationId xmlns:a16="http://schemas.microsoft.com/office/drawing/2014/main" id="{85015C39-C420-966D-D728-0F28338CBE0C}"/>
                </a:ext>
              </a:extLst>
            </p:cNvPr>
            <p:cNvSpPr/>
            <p:nvPr/>
          </p:nvSpPr>
          <p:spPr>
            <a:xfrm>
              <a:off x="4402080" y="1145880"/>
              <a:ext cx="25920" cy="340200"/>
            </a:xfrm>
            <a:custGeom>
              <a:avLst/>
              <a:gdLst/>
              <a:ahLst/>
              <a:cxnLst/>
              <a:rect l="l" t="t" r="r" b="b"/>
              <a:pathLst>
                <a:path w="72" h="945" extrusionOk="0">
                  <a:moveTo>
                    <a:pt x="13" y="14"/>
                  </a:moveTo>
                  <a:lnTo>
                    <a:pt x="13" y="931"/>
                  </a:lnTo>
                  <a:cubicBezTo>
                    <a:pt x="13" y="939"/>
                    <a:pt x="19" y="945"/>
                    <a:pt x="26" y="945"/>
                  </a:cubicBezTo>
                  <a:lnTo>
                    <a:pt x="72" y="945"/>
                  </a:lnTo>
                  <a:cubicBezTo>
                    <a:pt x="65" y="945"/>
                    <a:pt x="59" y="939"/>
                    <a:pt x="59" y="931"/>
                  </a:cubicBezTo>
                  <a:lnTo>
                    <a:pt x="59" y="14"/>
                  </a:lnTo>
                  <a:cubicBezTo>
                    <a:pt x="59" y="6"/>
                    <a:pt x="53" y="0"/>
                    <a:pt x="46" y="0"/>
                  </a:cubicBezTo>
                  <a:lnTo>
                    <a:pt x="0" y="0"/>
                  </a:lnTo>
                  <a:cubicBezTo>
                    <a:pt x="7" y="0"/>
                    <a:pt x="13" y="6"/>
                    <a:pt x="13" y="14"/>
                  </a:cubicBezTo>
                  <a:close/>
                </a:path>
              </a:pathLst>
            </a:custGeom>
            <a:solidFill>
              <a:srgbClr val="DDFBF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674;p44">
              <a:extLst>
                <a:ext uri="{FF2B5EF4-FFF2-40B4-BE49-F238E27FC236}">
                  <a16:creationId xmlns:a16="http://schemas.microsoft.com/office/drawing/2014/main" id="{C46E016B-9388-8FA1-69A9-7ABE9BF26CFD}"/>
                </a:ext>
              </a:extLst>
            </p:cNvPr>
            <p:cNvSpPr/>
            <p:nvPr/>
          </p:nvSpPr>
          <p:spPr>
            <a:xfrm>
              <a:off x="4391280" y="1140120"/>
              <a:ext cx="403920" cy="378000"/>
            </a:xfrm>
            <a:custGeom>
              <a:avLst/>
              <a:gdLst/>
              <a:ahLst/>
              <a:cxnLst/>
              <a:rect l="l" t="t" r="r" b="b"/>
              <a:pathLst>
                <a:path w="1122" h="1050" extrusionOk="0">
                  <a:moveTo>
                    <a:pt x="1089" y="1017"/>
                  </a:moveTo>
                  <a:lnTo>
                    <a:pt x="1050" y="1017"/>
                  </a:lnTo>
                  <a:lnTo>
                    <a:pt x="1050" y="977"/>
                  </a:lnTo>
                  <a:lnTo>
                    <a:pt x="1089" y="977"/>
                  </a:lnTo>
                  <a:lnTo>
                    <a:pt x="1089" y="1017"/>
                  </a:lnTo>
                  <a:moveTo>
                    <a:pt x="33" y="33"/>
                  </a:moveTo>
                  <a:lnTo>
                    <a:pt x="73" y="33"/>
                  </a:lnTo>
                  <a:lnTo>
                    <a:pt x="73" y="73"/>
                  </a:lnTo>
                  <a:lnTo>
                    <a:pt x="33" y="73"/>
                  </a:lnTo>
                  <a:lnTo>
                    <a:pt x="33" y="33"/>
                  </a:lnTo>
                  <a:moveTo>
                    <a:pt x="1106" y="944"/>
                  </a:moveTo>
                  <a:lnTo>
                    <a:pt x="105" y="944"/>
                  </a:lnTo>
                  <a:lnTo>
                    <a:pt x="105" y="16"/>
                  </a:lnTo>
                  <a:cubicBezTo>
                    <a:pt x="105" y="7"/>
                    <a:pt x="98" y="0"/>
                    <a:pt x="89" y="0"/>
                  </a:cubicBezTo>
                  <a:lnTo>
                    <a:pt x="16" y="0"/>
                  </a:lnTo>
                  <a:cubicBezTo>
                    <a:pt x="12" y="0"/>
                    <a:pt x="8" y="2"/>
                    <a:pt x="5" y="5"/>
                  </a:cubicBezTo>
                  <a:cubicBezTo>
                    <a:pt x="2" y="8"/>
                    <a:pt x="0" y="12"/>
                    <a:pt x="0" y="16"/>
                  </a:cubicBezTo>
                  <a:lnTo>
                    <a:pt x="0" y="89"/>
                  </a:lnTo>
                  <a:lnTo>
                    <a:pt x="0" y="89"/>
                  </a:lnTo>
                  <a:lnTo>
                    <a:pt x="0" y="1033"/>
                  </a:lnTo>
                  <a:cubicBezTo>
                    <a:pt x="0" y="1042"/>
                    <a:pt x="7" y="1050"/>
                    <a:pt x="16" y="1050"/>
                  </a:cubicBezTo>
                  <a:lnTo>
                    <a:pt x="130" y="1050"/>
                  </a:lnTo>
                  <a:cubicBezTo>
                    <a:pt x="139" y="1050"/>
                    <a:pt x="147" y="1042"/>
                    <a:pt x="147" y="1033"/>
                  </a:cubicBezTo>
                  <a:cubicBezTo>
                    <a:pt x="147" y="1024"/>
                    <a:pt x="139" y="1017"/>
                    <a:pt x="130" y="1017"/>
                  </a:cubicBezTo>
                  <a:lnTo>
                    <a:pt x="33" y="1017"/>
                  </a:lnTo>
                  <a:lnTo>
                    <a:pt x="33" y="105"/>
                  </a:lnTo>
                  <a:lnTo>
                    <a:pt x="73" y="105"/>
                  </a:lnTo>
                  <a:lnTo>
                    <a:pt x="73" y="961"/>
                  </a:lnTo>
                  <a:cubicBezTo>
                    <a:pt x="73" y="970"/>
                    <a:pt x="80" y="977"/>
                    <a:pt x="89" y="977"/>
                  </a:cubicBezTo>
                  <a:lnTo>
                    <a:pt x="1017" y="977"/>
                  </a:lnTo>
                  <a:lnTo>
                    <a:pt x="1017" y="1017"/>
                  </a:lnTo>
                  <a:lnTo>
                    <a:pt x="196" y="1017"/>
                  </a:lnTo>
                  <a:cubicBezTo>
                    <a:pt x="187" y="1017"/>
                    <a:pt x="179" y="1024"/>
                    <a:pt x="179" y="1033"/>
                  </a:cubicBezTo>
                  <a:cubicBezTo>
                    <a:pt x="179" y="1042"/>
                    <a:pt x="187" y="1050"/>
                    <a:pt x="196" y="1050"/>
                  </a:cubicBezTo>
                  <a:lnTo>
                    <a:pt x="1106" y="1050"/>
                  </a:lnTo>
                  <a:cubicBezTo>
                    <a:pt x="1115" y="1050"/>
                    <a:pt x="1122" y="1042"/>
                    <a:pt x="1122" y="1033"/>
                  </a:cubicBezTo>
                  <a:lnTo>
                    <a:pt x="1122" y="961"/>
                  </a:lnTo>
                  <a:cubicBezTo>
                    <a:pt x="1122" y="952"/>
                    <a:pt x="1115" y="944"/>
                    <a:pt x="1106" y="944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675;p44">
              <a:extLst>
                <a:ext uri="{FF2B5EF4-FFF2-40B4-BE49-F238E27FC236}">
                  <a16:creationId xmlns:a16="http://schemas.microsoft.com/office/drawing/2014/main" id="{E599F40E-5024-FBD7-F426-6EC315950EBD}"/>
                </a:ext>
              </a:extLst>
            </p:cNvPr>
            <p:cNvSpPr/>
            <p:nvPr/>
          </p:nvSpPr>
          <p:spPr>
            <a:xfrm>
              <a:off x="4678920" y="1375560"/>
              <a:ext cx="64080" cy="90000"/>
            </a:xfrm>
            <a:custGeom>
              <a:avLst/>
              <a:gdLst/>
              <a:ahLst/>
              <a:cxnLst/>
              <a:rect l="l" t="t" r="r" b="b"/>
              <a:pathLst>
                <a:path w="178" h="250" extrusionOk="0">
                  <a:moveTo>
                    <a:pt x="33" y="33"/>
                  </a:moveTo>
                  <a:lnTo>
                    <a:pt x="145" y="33"/>
                  </a:lnTo>
                  <a:lnTo>
                    <a:pt x="145" y="218"/>
                  </a:lnTo>
                  <a:lnTo>
                    <a:pt x="33" y="218"/>
                  </a:lnTo>
                  <a:lnTo>
                    <a:pt x="33" y="33"/>
                  </a:lnTo>
                  <a:moveTo>
                    <a:pt x="16" y="250"/>
                  </a:moveTo>
                  <a:lnTo>
                    <a:pt x="162" y="250"/>
                  </a:lnTo>
                  <a:cubicBezTo>
                    <a:pt x="171" y="250"/>
                    <a:pt x="178" y="243"/>
                    <a:pt x="178" y="234"/>
                  </a:cubicBezTo>
                  <a:lnTo>
                    <a:pt x="178" y="16"/>
                  </a:lnTo>
                  <a:cubicBezTo>
                    <a:pt x="178" y="7"/>
                    <a:pt x="171" y="0"/>
                    <a:pt x="162" y="0"/>
                  </a:cubicBezTo>
                  <a:lnTo>
                    <a:pt x="16" y="0"/>
                  </a:lnTo>
                  <a:cubicBezTo>
                    <a:pt x="7" y="0"/>
                    <a:pt x="0" y="7"/>
                    <a:pt x="0" y="16"/>
                  </a:cubicBezTo>
                  <a:lnTo>
                    <a:pt x="0" y="234"/>
                  </a:lnTo>
                  <a:cubicBezTo>
                    <a:pt x="0" y="243"/>
                    <a:pt x="7" y="250"/>
                    <a:pt x="16" y="250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676;p44">
              <a:extLst>
                <a:ext uri="{FF2B5EF4-FFF2-40B4-BE49-F238E27FC236}">
                  <a16:creationId xmlns:a16="http://schemas.microsoft.com/office/drawing/2014/main" id="{A20DAAF4-120F-23A7-C401-71BEBF521B68}"/>
                </a:ext>
              </a:extLst>
            </p:cNvPr>
            <p:cNvSpPr/>
            <p:nvPr/>
          </p:nvSpPr>
          <p:spPr>
            <a:xfrm>
              <a:off x="4574160" y="1323000"/>
              <a:ext cx="64440" cy="142560"/>
            </a:xfrm>
            <a:custGeom>
              <a:avLst/>
              <a:gdLst/>
              <a:ahLst/>
              <a:cxnLst/>
              <a:rect l="l" t="t" r="r" b="b"/>
              <a:pathLst>
                <a:path w="179" h="396" extrusionOk="0">
                  <a:moveTo>
                    <a:pt x="33" y="33"/>
                  </a:moveTo>
                  <a:lnTo>
                    <a:pt x="146" y="33"/>
                  </a:lnTo>
                  <a:lnTo>
                    <a:pt x="146" y="364"/>
                  </a:lnTo>
                  <a:lnTo>
                    <a:pt x="33" y="364"/>
                  </a:lnTo>
                  <a:lnTo>
                    <a:pt x="33" y="33"/>
                  </a:lnTo>
                  <a:moveTo>
                    <a:pt x="0" y="17"/>
                  </a:moveTo>
                  <a:lnTo>
                    <a:pt x="0" y="380"/>
                  </a:lnTo>
                  <a:cubicBezTo>
                    <a:pt x="0" y="389"/>
                    <a:pt x="8" y="396"/>
                    <a:pt x="17" y="396"/>
                  </a:cubicBezTo>
                  <a:lnTo>
                    <a:pt x="162" y="396"/>
                  </a:lnTo>
                  <a:cubicBezTo>
                    <a:pt x="171" y="396"/>
                    <a:pt x="179" y="389"/>
                    <a:pt x="179" y="380"/>
                  </a:cubicBezTo>
                  <a:lnTo>
                    <a:pt x="179" y="17"/>
                  </a:lnTo>
                  <a:cubicBezTo>
                    <a:pt x="179" y="8"/>
                    <a:pt x="171" y="0"/>
                    <a:pt x="162" y="0"/>
                  </a:cubicBezTo>
                  <a:lnTo>
                    <a:pt x="17" y="0"/>
                  </a:lnTo>
                  <a:cubicBezTo>
                    <a:pt x="8" y="0"/>
                    <a:pt x="0" y="8"/>
                    <a:pt x="0" y="17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677;p44">
              <a:extLst>
                <a:ext uri="{FF2B5EF4-FFF2-40B4-BE49-F238E27FC236}">
                  <a16:creationId xmlns:a16="http://schemas.microsoft.com/office/drawing/2014/main" id="{66293650-B623-EEF1-9977-364359075AA8}"/>
                </a:ext>
              </a:extLst>
            </p:cNvPr>
            <p:cNvSpPr/>
            <p:nvPr/>
          </p:nvSpPr>
          <p:spPr>
            <a:xfrm>
              <a:off x="4469760" y="1270800"/>
              <a:ext cx="64080" cy="194760"/>
            </a:xfrm>
            <a:custGeom>
              <a:avLst/>
              <a:gdLst/>
              <a:ahLst/>
              <a:cxnLst/>
              <a:rect l="l" t="t" r="r" b="b"/>
              <a:pathLst>
                <a:path w="178" h="541" extrusionOk="0">
                  <a:moveTo>
                    <a:pt x="33" y="33"/>
                  </a:moveTo>
                  <a:lnTo>
                    <a:pt x="145" y="33"/>
                  </a:lnTo>
                  <a:lnTo>
                    <a:pt x="145" y="509"/>
                  </a:lnTo>
                  <a:lnTo>
                    <a:pt x="33" y="509"/>
                  </a:lnTo>
                  <a:lnTo>
                    <a:pt x="33" y="33"/>
                  </a:lnTo>
                  <a:moveTo>
                    <a:pt x="16" y="541"/>
                  </a:moveTo>
                  <a:lnTo>
                    <a:pt x="162" y="541"/>
                  </a:lnTo>
                  <a:cubicBezTo>
                    <a:pt x="171" y="541"/>
                    <a:pt x="178" y="534"/>
                    <a:pt x="178" y="525"/>
                  </a:cubicBezTo>
                  <a:lnTo>
                    <a:pt x="178" y="17"/>
                  </a:lnTo>
                  <a:cubicBezTo>
                    <a:pt x="178" y="7"/>
                    <a:pt x="171" y="0"/>
                    <a:pt x="162" y="0"/>
                  </a:cubicBezTo>
                  <a:lnTo>
                    <a:pt x="16" y="0"/>
                  </a:lnTo>
                  <a:cubicBezTo>
                    <a:pt x="7" y="0"/>
                    <a:pt x="0" y="7"/>
                    <a:pt x="0" y="17"/>
                  </a:cubicBezTo>
                  <a:lnTo>
                    <a:pt x="0" y="525"/>
                  </a:lnTo>
                  <a:cubicBezTo>
                    <a:pt x="0" y="534"/>
                    <a:pt x="7" y="541"/>
                    <a:pt x="16" y="541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678;p44">
              <a:extLst>
                <a:ext uri="{FF2B5EF4-FFF2-40B4-BE49-F238E27FC236}">
                  <a16:creationId xmlns:a16="http://schemas.microsoft.com/office/drawing/2014/main" id="{30E107F6-CC71-A7D9-3384-3F3DA69F0853}"/>
                </a:ext>
              </a:extLst>
            </p:cNvPr>
            <p:cNvSpPr/>
            <p:nvPr/>
          </p:nvSpPr>
          <p:spPr>
            <a:xfrm>
              <a:off x="4534920" y="1140120"/>
              <a:ext cx="116640" cy="116280"/>
            </a:xfrm>
            <a:custGeom>
              <a:avLst/>
              <a:gdLst/>
              <a:ahLst/>
              <a:cxnLst/>
              <a:rect l="l" t="t" r="r" b="b"/>
              <a:pathLst>
                <a:path w="324" h="323" extrusionOk="0">
                  <a:moveTo>
                    <a:pt x="89" y="142"/>
                  </a:moveTo>
                  <a:cubicBezTo>
                    <a:pt x="99" y="142"/>
                    <a:pt x="106" y="134"/>
                    <a:pt x="106" y="125"/>
                  </a:cubicBezTo>
                  <a:lnTo>
                    <a:pt x="106" y="33"/>
                  </a:lnTo>
                  <a:lnTo>
                    <a:pt x="218" y="33"/>
                  </a:lnTo>
                  <a:lnTo>
                    <a:pt x="218" y="125"/>
                  </a:lnTo>
                  <a:cubicBezTo>
                    <a:pt x="218" y="134"/>
                    <a:pt x="226" y="142"/>
                    <a:pt x="235" y="142"/>
                  </a:cubicBezTo>
                  <a:lnTo>
                    <a:pt x="273" y="142"/>
                  </a:lnTo>
                  <a:lnTo>
                    <a:pt x="162" y="281"/>
                  </a:lnTo>
                  <a:lnTo>
                    <a:pt x="51" y="142"/>
                  </a:lnTo>
                  <a:lnTo>
                    <a:pt x="89" y="142"/>
                  </a:lnTo>
                  <a:moveTo>
                    <a:pt x="149" y="317"/>
                  </a:moveTo>
                  <a:cubicBezTo>
                    <a:pt x="152" y="321"/>
                    <a:pt x="157" y="323"/>
                    <a:pt x="162" y="323"/>
                  </a:cubicBezTo>
                  <a:cubicBezTo>
                    <a:pt x="167" y="323"/>
                    <a:pt x="172" y="321"/>
                    <a:pt x="175" y="317"/>
                  </a:cubicBezTo>
                  <a:lnTo>
                    <a:pt x="320" y="136"/>
                  </a:lnTo>
                  <a:cubicBezTo>
                    <a:pt x="324" y="131"/>
                    <a:pt x="325" y="124"/>
                    <a:pt x="322" y="118"/>
                  </a:cubicBezTo>
                  <a:cubicBezTo>
                    <a:pt x="319" y="113"/>
                    <a:pt x="314" y="109"/>
                    <a:pt x="307" y="109"/>
                  </a:cubicBezTo>
                  <a:lnTo>
                    <a:pt x="251" y="109"/>
                  </a:lnTo>
                  <a:lnTo>
                    <a:pt x="251" y="16"/>
                  </a:lnTo>
                  <a:cubicBezTo>
                    <a:pt x="251" y="7"/>
                    <a:pt x="244" y="0"/>
                    <a:pt x="235" y="0"/>
                  </a:cubicBezTo>
                  <a:lnTo>
                    <a:pt x="89" y="0"/>
                  </a:lnTo>
                  <a:cubicBezTo>
                    <a:pt x="80" y="0"/>
                    <a:pt x="73" y="7"/>
                    <a:pt x="73" y="16"/>
                  </a:cubicBezTo>
                  <a:lnTo>
                    <a:pt x="73" y="109"/>
                  </a:lnTo>
                  <a:lnTo>
                    <a:pt x="17" y="109"/>
                  </a:lnTo>
                  <a:cubicBezTo>
                    <a:pt x="11" y="109"/>
                    <a:pt x="5" y="113"/>
                    <a:pt x="2" y="118"/>
                  </a:cubicBezTo>
                  <a:cubicBezTo>
                    <a:pt x="-1" y="124"/>
                    <a:pt x="0" y="131"/>
                    <a:pt x="4" y="136"/>
                  </a:cubicBezTo>
                  <a:lnTo>
                    <a:pt x="149" y="317"/>
                  </a:ln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679;p44">
              <a:extLst>
                <a:ext uri="{FF2B5EF4-FFF2-40B4-BE49-F238E27FC236}">
                  <a16:creationId xmlns:a16="http://schemas.microsoft.com/office/drawing/2014/main" id="{96A6017C-B210-CA3D-EE05-CD57B473AD9A}"/>
                </a:ext>
              </a:extLst>
            </p:cNvPr>
            <p:cNvSpPr/>
            <p:nvPr/>
          </p:nvSpPr>
          <p:spPr>
            <a:xfrm>
              <a:off x="4691880" y="1349280"/>
              <a:ext cx="38160" cy="11880"/>
            </a:xfrm>
            <a:custGeom>
              <a:avLst/>
              <a:gdLst/>
              <a:ahLst/>
              <a:cxnLst/>
              <a:rect l="l" t="t" r="r" b="b"/>
              <a:pathLst>
                <a:path w="106" h="33" extrusionOk="0">
                  <a:moveTo>
                    <a:pt x="17" y="33"/>
                  </a:moveTo>
                  <a:lnTo>
                    <a:pt x="89" y="33"/>
                  </a:lnTo>
                  <a:cubicBezTo>
                    <a:pt x="98" y="33"/>
                    <a:pt x="106" y="26"/>
                    <a:pt x="106" y="16"/>
                  </a:cubicBezTo>
                  <a:cubicBezTo>
                    <a:pt x="106" y="7"/>
                    <a:pt x="98" y="0"/>
                    <a:pt x="89" y="0"/>
                  </a:cubicBezTo>
                  <a:lnTo>
                    <a:pt x="17" y="0"/>
                  </a:lnTo>
                  <a:cubicBezTo>
                    <a:pt x="8" y="0"/>
                    <a:pt x="0" y="7"/>
                    <a:pt x="0" y="16"/>
                  </a:cubicBezTo>
                  <a:cubicBezTo>
                    <a:pt x="0" y="26"/>
                    <a:pt x="8" y="33"/>
                    <a:pt x="17" y="33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680;p44">
              <a:extLst>
                <a:ext uri="{FF2B5EF4-FFF2-40B4-BE49-F238E27FC236}">
                  <a16:creationId xmlns:a16="http://schemas.microsoft.com/office/drawing/2014/main" id="{52B2AD3A-217A-C0A0-4686-A465546E8312}"/>
                </a:ext>
              </a:extLst>
            </p:cNvPr>
            <p:cNvSpPr/>
            <p:nvPr/>
          </p:nvSpPr>
          <p:spPr>
            <a:xfrm>
              <a:off x="4587480" y="1297080"/>
              <a:ext cx="37800" cy="11880"/>
            </a:xfrm>
            <a:custGeom>
              <a:avLst/>
              <a:gdLst/>
              <a:ahLst/>
              <a:cxnLst/>
              <a:rect l="l" t="t" r="r" b="b"/>
              <a:pathLst>
                <a:path w="105" h="33" extrusionOk="0">
                  <a:moveTo>
                    <a:pt x="89" y="33"/>
                  </a:moveTo>
                  <a:cubicBezTo>
                    <a:pt x="98" y="33"/>
                    <a:pt x="105" y="25"/>
                    <a:pt x="105" y="16"/>
                  </a:cubicBezTo>
                  <a:cubicBezTo>
                    <a:pt x="105" y="7"/>
                    <a:pt x="98" y="0"/>
                    <a:pt x="89" y="0"/>
                  </a:cubicBezTo>
                  <a:lnTo>
                    <a:pt x="16" y="0"/>
                  </a:ln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7" y="33"/>
                    <a:pt x="16" y="33"/>
                  </a:cubicBezTo>
                  <a:lnTo>
                    <a:pt x="89" y="33"/>
                  </a:ln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681;p44">
              <a:extLst>
                <a:ext uri="{FF2B5EF4-FFF2-40B4-BE49-F238E27FC236}">
                  <a16:creationId xmlns:a16="http://schemas.microsoft.com/office/drawing/2014/main" id="{C44F869B-92AC-464A-C946-723ADB5CF1E7}"/>
                </a:ext>
              </a:extLst>
            </p:cNvPr>
            <p:cNvSpPr/>
            <p:nvPr/>
          </p:nvSpPr>
          <p:spPr>
            <a:xfrm>
              <a:off x="4482720" y="1244520"/>
              <a:ext cx="38160" cy="11880"/>
            </a:xfrm>
            <a:custGeom>
              <a:avLst/>
              <a:gdLst/>
              <a:ahLst/>
              <a:cxnLst/>
              <a:rect l="l" t="t" r="r" b="b"/>
              <a:pathLst>
                <a:path w="106" h="33" extrusionOk="0">
                  <a:moveTo>
                    <a:pt x="17" y="33"/>
                  </a:moveTo>
                  <a:lnTo>
                    <a:pt x="89" y="33"/>
                  </a:lnTo>
                  <a:cubicBezTo>
                    <a:pt x="98" y="33"/>
                    <a:pt x="106" y="26"/>
                    <a:pt x="106" y="17"/>
                  </a:cubicBezTo>
                  <a:cubicBezTo>
                    <a:pt x="106" y="8"/>
                    <a:pt x="98" y="0"/>
                    <a:pt x="89" y="0"/>
                  </a:cubicBezTo>
                  <a:lnTo>
                    <a:pt x="17" y="0"/>
                  </a:lnTo>
                  <a:cubicBezTo>
                    <a:pt x="7" y="0"/>
                    <a:pt x="0" y="8"/>
                    <a:pt x="0" y="17"/>
                  </a:cubicBezTo>
                  <a:cubicBezTo>
                    <a:pt x="0" y="26"/>
                    <a:pt x="7" y="33"/>
                    <a:pt x="17" y="33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7" name="Google Shape;1667;p44">
            <a:extLst>
              <a:ext uri="{FF2B5EF4-FFF2-40B4-BE49-F238E27FC236}">
                <a16:creationId xmlns:a16="http://schemas.microsoft.com/office/drawing/2014/main" id="{6019CB8A-FCEA-9412-E95B-F275D5A7D8CC}"/>
              </a:ext>
            </a:extLst>
          </p:cNvPr>
          <p:cNvGrpSpPr/>
          <p:nvPr/>
        </p:nvGrpSpPr>
        <p:grpSpPr>
          <a:xfrm>
            <a:off x="6985905" y="2270711"/>
            <a:ext cx="373222" cy="349272"/>
            <a:chOff x="4391280" y="1140120"/>
            <a:chExt cx="403920" cy="378000"/>
          </a:xfrm>
        </p:grpSpPr>
        <p:sp>
          <p:nvSpPr>
            <p:cNvPr id="1358" name="Google Shape;1668;p44">
              <a:extLst>
                <a:ext uri="{FF2B5EF4-FFF2-40B4-BE49-F238E27FC236}">
                  <a16:creationId xmlns:a16="http://schemas.microsoft.com/office/drawing/2014/main" id="{76FF4F16-56A4-9573-5911-50FE1C753DBF}"/>
                </a:ext>
              </a:extLst>
            </p:cNvPr>
            <p:cNvSpPr/>
            <p:nvPr/>
          </p:nvSpPr>
          <p:spPr>
            <a:xfrm>
              <a:off x="4546080" y="1145880"/>
              <a:ext cx="94320" cy="101880"/>
            </a:xfrm>
            <a:custGeom>
              <a:avLst/>
              <a:gdLst/>
              <a:ahLst/>
              <a:cxnLst/>
              <a:rect l="l" t="t" r="r" b="b"/>
              <a:pathLst>
                <a:path w="262" h="283" extrusionOk="0">
                  <a:moveTo>
                    <a:pt x="259" y="131"/>
                  </a:moveTo>
                  <a:lnTo>
                    <a:pt x="141" y="278"/>
                  </a:lnTo>
                  <a:cubicBezTo>
                    <a:pt x="136" y="285"/>
                    <a:pt x="126" y="285"/>
                    <a:pt x="121" y="278"/>
                  </a:cubicBezTo>
                  <a:lnTo>
                    <a:pt x="3" y="131"/>
                  </a:lnTo>
                  <a:cubicBezTo>
                    <a:pt x="-4" y="122"/>
                    <a:pt x="2" y="109"/>
                    <a:pt x="13" y="109"/>
                  </a:cubicBezTo>
                  <a:lnTo>
                    <a:pt x="45" y="109"/>
                  </a:lnTo>
                  <a:cubicBezTo>
                    <a:pt x="53" y="109"/>
                    <a:pt x="58" y="103"/>
                    <a:pt x="58" y="96"/>
                  </a:cubicBezTo>
                  <a:lnTo>
                    <a:pt x="58" y="14"/>
                  </a:lnTo>
                  <a:cubicBezTo>
                    <a:pt x="58" y="6"/>
                    <a:pt x="64" y="0"/>
                    <a:pt x="72" y="0"/>
                  </a:cubicBezTo>
                  <a:lnTo>
                    <a:pt x="191" y="0"/>
                  </a:lnTo>
                  <a:cubicBezTo>
                    <a:pt x="198" y="0"/>
                    <a:pt x="204" y="6"/>
                    <a:pt x="204" y="14"/>
                  </a:cubicBezTo>
                  <a:lnTo>
                    <a:pt x="204" y="96"/>
                  </a:lnTo>
                  <a:cubicBezTo>
                    <a:pt x="204" y="103"/>
                    <a:pt x="210" y="109"/>
                    <a:pt x="217" y="109"/>
                  </a:cubicBezTo>
                  <a:lnTo>
                    <a:pt x="249" y="109"/>
                  </a:lnTo>
                  <a:cubicBezTo>
                    <a:pt x="260" y="109"/>
                    <a:pt x="266" y="122"/>
                    <a:pt x="259" y="131"/>
                  </a:cubicBezTo>
                  <a:close/>
                </a:path>
              </a:pathLst>
            </a:custGeom>
            <a:solidFill>
              <a:srgbClr val="E24E4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669;p44">
              <a:extLst>
                <a:ext uri="{FF2B5EF4-FFF2-40B4-BE49-F238E27FC236}">
                  <a16:creationId xmlns:a16="http://schemas.microsoft.com/office/drawing/2014/main" id="{53E95C9B-0140-608F-D37A-0DC62185916A}"/>
                </a:ext>
              </a:extLst>
            </p:cNvPr>
            <p:cNvSpPr/>
            <p:nvPr/>
          </p:nvSpPr>
          <p:spPr>
            <a:xfrm>
              <a:off x="4475520" y="1276920"/>
              <a:ext cx="52560" cy="182880"/>
            </a:xfrm>
            <a:custGeom>
              <a:avLst/>
              <a:gdLst/>
              <a:ahLst/>
              <a:cxnLst/>
              <a:rect l="l" t="t" r="r" b="b"/>
              <a:pathLst>
                <a:path w="146" h="508" extrusionOk="0">
                  <a:moveTo>
                    <a:pt x="132" y="0"/>
                  </a:moveTo>
                  <a:lnTo>
                    <a:pt x="13" y="0"/>
                  </a:lnTo>
                  <a:cubicBezTo>
                    <a:pt x="6" y="0"/>
                    <a:pt x="0" y="5"/>
                    <a:pt x="0" y="13"/>
                  </a:cubicBezTo>
                  <a:lnTo>
                    <a:pt x="0" y="495"/>
                  </a:lnTo>
                  <a:cubicBezTo>
                    <a:pt x="0" y="502"/>
                    <a:pt x="6" y="508"/>
                    <a:pt x="13" y="508"/>
                  </a:cubicBezTo>
                  <a:lnTo>
                    <a:pt x="132" y="508"/>
                  </a:lnTo>
                  <a:cubicBezTo>
                    <a:pt x="140" y="508"/>
                    <a:pt x="146" y="502"/>
                    <a:pt x="146" y="495"/>
                  </a:cubicBezTo>
                  <a:lnTo>
                    <a:pt x="146" y="13"/>
                  </a:lnTo>
                  <a:cubicBezTo>
                    <a:pt x="146" y="5"/>
                    <a:pt x="140" y="0"/>
                    <a:pt x="132" y="0"/>
                  </a:cubicBezTo>
                  <a:close/>
                </a:path>
              </a:pathLst>
            </a:custGeom>
            <a:solidFill>
              <a:srgbClr val="008F9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670;p44">
              <a:extLst>
                <a:ext uri="{FF2B5EF4-FFF2-40B4-BE49-F238E27FC236}">
                  <a16:creationId xmlns:a16="http://schemas.microsoft.com/office/drawing/2014/main" id="{5D195751-97B2-C5FB-BF0B-61DED3CA24DD}"/>
                </a:ext>
              </a:extLst>
            </p:cNvPr>
            <p:cNvSpPr/>
            <p:nvPr/>
          </p:nvSpPr>
          <p:spPr>
            <a:xfrm>
              <a:off x="4397040" y="1145880"/>
              <a:ext cx="392400" cy="366120"/>
            </a:xfrm>
            <a:custGeom>
              <a:avLst/>
              <a:gdLst/>
              <a:ahLst/>
              <a:cxnLst/>
              <a:rect l="l" t="t" r="r" b="b"/>
              <a:pathLst>
                <a:path w="1090" h="1017" extrusionOk="0">
                  <a:moveTo>
                    <a:pt x="73" y="931"/>
                  </a:moveTo>
                  <a:lnTo>
                    <a:pt x="73" y="14"/>
                  </a:lnTo>
                  <a:cubicBezTo>
                    <a:pt x="73" y="6"/>
                    <a:pt x="67" y="0"/>
                    <a:pt x="60" y="0"/>
                  </a:cubicBezTo>
                  <a:lnTo>
                    <a:pt x="14" y="0"/>
                  </a:lnTo>
                  <a:cubicBezTo>
                    <a:pt x="6" y="0"/>
                    <a:pt x="0" y="6"/>
                    <a:pt x="0" y="14"/>
                  </a:cubicBezTo>
                  <a:lnTo>
                    <a:pt x="0" y="1017"/>
                  </a:lnTo>
                  <a:lnTo>
                    <a:pt x="1077" y="1017"/>
                  </a:lnTo>
                  <a:cubicBezTo>
                    <a:pt x="1084" y="1017"/>
                    <a:pt x="1090" y="1011"/>
                    <a:pt x="1090" y="1004"/>
                  </a:cubicBezTo>
                  <a:lnTo>
                    <a:pt x="1090" y="958"/>
                  </a:lnTo>
                  <a:cubicBezTo>
                    <a:pt x="1090" y="951"/>
                    <a:pt x="1084" y="945"/>
                    <a:pt x="1077" y="945"/>
                  </a:cubicBezTo>
                  <a:lnTo>
                    <a:pt x="86" y="945"/>
                  </a:lnTo>
                  <a:cubicBezTo>
                    <a:pt x="79" y="945"/>
                    <a:pt x="73" y="939"/>
                    <a:pt x="73" y="931"/>
                  </a:cubicBezTo>
                  <a:close/>
                </a:path>
              </a:pathLst>
            </a:custGeom>
            <a:solidFill>
              <a:srgbClr val="DDFBF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671;p44">
              <a:extLst>
                <a:ext uri="{FF2B5EF4-FFF2-40B4-BE49-F238E27FC236}">
                  <a16:creationId xmlns:a16="http://schemas.microsoft.com/office/drawing/2014/main" id="{13EA32DB-5626-3B62-D156-E4362B3DCD5B}"/>
                </a:ext>
              </a:extLst>
            </p:cNvPr>
            <p:cNvSpPr/>
            <p:nvPr/>
          </p:nvSpPr>
          <p:spPr>
            <a:xfrm>
              <a:off x="4684680" y="1381320"/>
              <a:ext cx="52560" cy="78480"/>
            </a:xfrm>
            <a:custGeom>
              <a:avLst/>
              <a:gdLst/>
              <a:ahLst/>
              <a:cxnLst/>
              <a:rect l="l" t="t" r="r" b="b"/>
              <a:pathLst>
                <a:path w="146" h="218" extrusionOk="0">
                  <a:moveTo>
                    <a:pt x="132" y="0"/>
                  </a:moveTo>
                  <a:lnTo>
                    <a:pt x="13" y="0"/>
                  </a:lnTo>
                  <a:cubicBezTo>
                    <a:pt x="6" y="0"/>
                    <a:pt x="0" y="6"/>
                    <a:pt x="0" y="13"/>
                  </a:cubicBezTo>
                  <a:lnTo>
                    <a:pt x="0" y="205"/>
                  </a:lnTo>
                  <a:cubicBezTo>
                    <a:pt x="0" y="212"/>
                    <a:pt x="6" y="218"/>
                    <a:pt x="13" y="218"/>
                  </a:cubicBezTo>
                  <a:lnTo>
                    <a:pt x="132" y="218"/>
                  </a:lnTo>
                  <a:cubicBezTo>
                    <a:pt x="140" y="218"/>
                    <a:pt x="146" y="212"/>
                    <a:pt x="146" y="205"/>
                  </a:cubicBezTo>
                  <a:lnTo>
                    <a:pt x="146" y="13"/>
                  </a:lnTo>
                  <a:cubicBezTo>
                    <a:pt x="146" y="6"/>
                    <a:pt x="140" y="0"/>
                    <a:pt x="132" y="0"/>
                  </a:cubicBezTo>
                  <a:close/>
                </a:path>
              </a:pathLst>
            </a:custGeom>
            <a:solidFill>
              <a:srgbClr val="008F95"/>
            </a:solidFill>
            <a:ln>
              <a:noFill/>
            </a:ln>
          </p:spPr>
          <p:txBody>
            <a:bodyPr spcFirstLastPara="1" wrap="square" lIns="90000" tIns="33475" rIns="90000" bIns="334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672;p44">
              <a:extLst>
                <a:ext uri="{FF2B5EF4-FFF2-40B4-BE49-F238E27FC236}">
                  <a16:creationId xmlns:a16="http://schemas.microsoft.com/office/drawing/2014/main" id="{71F65B52-7ED1-BFF4-6124-C6BDA272F1F6}"/>
                </a:ext>
              </a:extLst>
            </p:cNvPr>
            <p:cNvSpPr/>
            <p:nvPr/>
          </p:nvSpPr>
          <p:spPr>
            <a:xfrm>
              <a:off x="4580280" y="1329120"/>
              <a:ext cx="52200" cy="130680"/>
            </a:xfrm>
            <a:custGeom>
              <a:avLst/>
              <a:gdLst/>
              <a:ahLst/>
              <a:cxnLst/>
              <a:rect l="l" t="t" r="r" b="b"/>
              <a:pathLst>
                <a:path w="145" h="363" extrusionOk="0">
                  <a:moveTo>
                    <a:pt x="132" y="0"/>
                  </a:moveTo>
                  <a:lnTo>
                    <a:pt x="13" y="0"/>
                  </a:lnTo>
                  <a:cubicBezTo>
                    <a:pt x="6" y="0"/>
                    <a:pt x="0" y="6"/>
                    <a:pt x="0" y="13"/>
                  </a:cubicBezTo>
                  <a:lnTo>
                    <a:pt x="0" y="350"/>
                  </a:lnTo>
                  <a:cubicBezTo>
                    <a:pt x="0" y="357"/>
                    <a:pt x="6" y="363"/>
                    <a:pt x="13" y="363"/>
                  </a:cubicBezTo>
                  <a:lnTo>
                    <a:pt x="132" y="363"/>
                  </a:lnTo>
                  <a:cubicBezTo>
                    <a:pt x="139" y="363"/>
                    <a:pt x="145" y="357"/>
                    <a:pt x="145" y="350"/>
                  </a:cubicBezTo>
                  <a:lnTo>
                    <a:pt x="145" y="13"/>
                  </a:lnTo>
                  <a:cubicBezTo>
                    <a:pt x="145" y="6"/>
                    <a:pt x="139" y="0"/>
                    <a:pt x="132" y="0"/>
                  </a:cubicBezTo>
                  <a:close/>
                </a:path>
              </a:pathLst>
            </a:custGeom>
            <a:solidFill>
              <a:srgbClr val="008F9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673;p44">
              <a:extLst>
                <a:ext uri="{FF2B5EF4-FFF2-40B4-BE49-F238E27FC236}">
                  <a16:creationId xmlns:a16="http://schemas.microsoft.com/office/drawing/2014/main" id="{85512C04-03F5-22FE-B660-18D2219DCE97}"/>
                </a:ext>
              </a:extLst>
            </p:cNvPr>
            <p:cNvSpPr/>
            <p:nvPr/>
          </p:nvSpPr>
          <p:spPr>
            <a:xfrm>
              <a:off x="4402080" y="1145880"/>
              <a:ext cx="25920" cy="340200"/>
            </a:xfrm>
            <a:custGeom>
              <a:avLst/>
              <a:gdLst/>
              <a:ahLst/>
              <a:cxnLst/>
              <a:rect l="l" t="t" r="r" b="b"/>
              <a:pathLst>
                <a:path w="72" h="945" extrusionOk="0">
                  <a:moveTo>
                    <a:pt x="13" y="14"/>
                  </a:moveTo>
                  <a:lnTo>
                    <a:pt x="13" y="931"/>
                  </a:lnTo>
                  <a:cubicBezTo>
                    <a:pt x="13" y="939"/>
                    <a:pt x="19" y="945"/>
                    <a:pt x="26" y="945"/>
                  </a:cubicBezTo>
                  <a:lnTo>
                    <a:pt x="72" y="945"/>
                  </a:lnTo>
                  <a:cubicBezTo>
                    <a:pt x="65" y="945"/>
                    <a:pt x="59" y="939"/>
                    <a:pt x="59" y="931"/>
                  </a:cubicBezTo>
                  <a:lnTo>
                    <a:pt x="59" y="14"/>
                  </a:lnTo>
                  <a:cubicBezTo>
                    <a:pt x="59" y="6"/>
                    <a:pt x="53" y="0"/>
                    <a:pt x="46" y="0"/>
                  </a:cubicBezTo>
                  <a:lnTo>
                    <a:pt x="0" y="0"/>
                  </a:lnTo>
                  <a:cubicBezTo>
                    <a:pt x="7" y="0"/>
                    <a:pt x="13" y="6"/>
                    <a:pt x="13" y="14"/>
                  </a:cubicBezTo>
                  <a:close/>
                </a:path>
              </a:pathLst>
            </a:custGeom>
            <a:solidFill>
              <a:srgbClr val="DDFBFC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674;p44">
              <a:extLst>
                <a:ext uri="{FF2B5EF4-FFF2-40B4-BE49-F238E27FC236}">
                  <a16:creationId xmlns:a16="http://schemas.microsoft.com/office/drawing/2014/main" id="{DE027AEA-2478-E374-A292-6BA75B05F5DD}"/>
                </a:ext>
              </a:extLst>
            </p:cNvPr>
            <p:cNvSpPr/>
            <p:nvPr/>
          </p:nvSpPr>
          <p:spPr>
            <a:xfrm>
              <a:off x="4391280" y="1140120"/>
              <a:ext cx="403920" cy="378000"/>
            </a:xfrm>
            <a:custGeom>
              <a:avLst/>
              <a:gdLst/>
              <a:ahLst/>
              <a:cxnLst/>
              <a:rect l="l" t="t" r="r" b="b"/>
              <a:pathLst>
                <a:path w="1122" h="1050" extrusionOk="0">
                  <a:moveTo>
                    <a:pt x="1089" y="1017"/>
                  </a:moveTo>
                  <a:lnTo>
                    <a:pt x="1050" y="1017"/>
                  </a:lnTo>
                  <a:lnTo>
                    <a:pt x="1050" y="977"/>
                  </a:lnTo>
                  <a:lnTo>
                    <a:pt x="1089" y="977"/>
                  </a:lnTo>
                  <a:lnTo>
                    <a:pt x="1089" y="1017"/>
                  </a:lnTo>
                  <a:moveTo>
                    <a:pt x="33" y="33"/>
                  </a:moveTo>
                  <a:lnTo>
                    <a:pt x="73" y="33"/>
                  </a:lnTo>
                  <a:lnTo>
                    <a:pt x="73" y="73"/>
                  </a:lnTo>
                  <a:lnTo>
                    <a:pt x="33" y="73"/>
                  </a:lnTo>
                  <a:lnTo>
                    <a:pt x="33" y="33"/>
                  </a:lnTo>
                  <a:moveTo>
                    <a:pt x="1106" y="944"/>
                  </a:moveTo>
                  <a:lnTo>
                    <a:pt x="105" y="944"/>
                  </a:lnTo>
                  <a:lnTo>
                    <a:pt x="105" y="16"/>
                  </a:lnTo>
                  <a:cubicBezTo>
                    <a:pt x="105" y="7"/>
                    <a:pt x="98" y="0"/>
                    <a:pt x="89" y="0"/>
                  </a:cubicBezTo>
                  <a:lnTo>
                    <a:pt x="16" y="0"/>
                  </a:lnTo>
                  <a:cubicBezTo>
                    <a:pt x="12" y="0"/>
                    <a:pt x="8" y="2"/>
                    <a:pt x="5" y="5"/>
                  </a:cubicBezTo>
                  <a:cubicBezTo>
                    <a:pt x="2" y="8"/>
                    <a:pt x="0" y="12"/>
                    <a:pt x="0" y="16"/>
                  </a:cubicBezTo>
                  <a:lnTo>
                    <a:pt x="0" y="89"/>
                  </a:lnTo>
                  <a:lnTo>
                    <a:pt x="0" y="89"/>
                  </a:lnTo>
                  <a:lnTo>
                    <a:pt x="0" y="1033"/>
                  </a:lnTo>
                  <a:cubicBezTo>
                    <a:pt x="0" y="1042"/>
                    <a:pt x="7" y="1050"/>
                    <a:pt x="16" y="1050"/>
                  </a:cubicBezTo>
                  <a:lnTo>
                    <a:pt x="130" y="1050"/>
                  </a:lnTo>
                  <a:cubicBezTo>
                    <a:pt x="139" y="1050"/>
                    <a:pt x="147" y="1042"/>
                    <a:pt x="147" y="1033"/>
                  </a:cubicBezTo>
                  <a:cubicBezTo>
                    <a:pt x="147" y="1024"/>
                    <a:pt x="139" y="1017"/>
                    <a:pt x="130" y="1017"/>
                  </a:cubicBezTo>
                  <a:lnTo>
                    <a:pt x="33" y="1017"/>
                  </a:lnTo>
                  <a:lnTo>
                    <a:pt x="33" y="105"/>
                  </a:lnTo>
                  <a:lnTo>
                    <a:pt x="73" y="105"/>
                  </a:lnTo>
                  <a:lnTo>
                    <a:pt x="73" y="961"/>
                  </a:lnTo>
                  <a:cubicBezTo>
                    <a:pt x="73" y="970"/>
                    <a:pt x="80" y="977"/>
                    <a:pt x="89" y="977"/>
                  </a:cubicBezTo>
                  <a:lnTo>
                    <a:pt x="1017" y="977"/>
                  </a:lnTo>
                  <a:lnTo>
                    <a:pt x="1017" y="1017"/>
                  </a:lnTo>
                  <a:lnTo>
                    <a:pt x="196" y="1017"/>
                  </a:lnTo>
                  <a:cubicBezTo>
                    <a:pt x="187" y="1017"/>
                    <a:pt x="179" y="1024"/>
                    <a:pt x="179" y="1033"/>
                  </a:cubicBezTo>
                  <a:cubicBezTo>
                    <a:pt x="179" y="1042"/>
                    <a:pt x="187" y="1050"/>
                    <a:pt x="196" y="1050"/>
                  </a:cubicBezTo>
                  <a:lnTo>
                    <a:pt x="1106" y="1050"/>
                  </a:lnTo>
                  <a:cubicBezTo>
                    <a:pt x="1115" y="1050"/>
                    <a:pt x="1122" y="1042"/>
                    <a:pt x="1122" y="1033"/>
                  </a:cubicBezTo>
                  <a:lnTo>
                    <a:pt x="1122" y="961"/>
                  </a:lnTo>
                  <a:cubicBezTo>
                    <a:pt x="1122" y="952"/>
                    <a:pt x="1115" y="944"/>
                    <a:pt x="1106" y="944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675;p44">
              <a:extLst>
                <a:ext uri="{FF2B5EF4-FFF2-40B4-BE49-F238E27FC236}">
                  <a16:creationId xmlns:a16="http://schemas.microsoft.com/office/drawing/2014/main" id="{403773C6-78EA-7AA7-34BD-E51564BE6E28}"/>
                </a:ext>
              </a:extLst>
            </p:cNvPr>
            <p:cNvSpPr/>
            <p:nvPr/>
          </p:nvSpPr>
          <p:spPr>
            <a:xfrm>
              <a:off x="4678920" y="1375560"/>
              <a:ext cx="64080" cy="90000"/>
            </a:xfrm>
            <a:custGeom>
              <a:avLst/>
              <a:gdLst/>
              <a:ahLst/>
              <a:cxnLst/>
              <a:rect l="l" t="t" r="r" b="b"/>
              <a:pathLst>
                <a:path w="178" h="250" extrusionOk="0">
                  <a:moveTo>
                    <a:pt x="33" y="33"/>
                  </a:moveTo>
                  <a:lnTo>
                    <a:pt x="145" y="33"/>
                  </a:lnTo>
                  <a:lnTo>
                    <a:pt x="145" y="218"/>
                  </a:lnTo>
                  <a:lnTo>
                    <a:pt x="33" y="218"/>
                  </a:lnTo>
                  <a:lnTo>
                    <a:pt x="33" y="33"/>
                  </a:lnTo>
                  <a:moveTo>
                    <a:pt x="16" y="250"/>
                  </a:moveTo>
                  <a:lnTo>
                    <a:pt x="162" y="250"/>
                  </a:lnTo>
                  <a:cubicBezTo>
                    <a:pt x="171" y="250"/>
                    <a:pt x="178" y="243"/>
                    <a:pt x="178" y="234"/>
                  </a:cubicBezTo>
                  <a:lnTo>
                    <a:pt x="178" y="16"/>
                  </a:lnTo>
                  <a:cubicBezTo>
                    <a:pt x="178" y="7"/>
                    <a:pt x="171" y="0"/>
                    <a:pt x="162" y="0"/>
                  </a:cubicBezTo>
                  <a:lnTo>
                    <a:pt x="16" y="0"/>
                  </a:lnTo>
                  <a:cubicBezTo>
                    <a:pt x="7" y="0"/>
                    <a:pt x="0" y="7"/>
                    <a:pt x="0" y="16"/>
                  </a:cubicBezTo>
                  <a:lnTo>
                    <a:pt x="0" y="234"/>
                  </a:lnTo>
                  <a:cubicBezTo>
                    <a:pt x="0" y="243"/>
                    <a:pt x="7" y="250"/>
                    <a:pt x="16" y="250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676;p44">
              <a:extLst>
                <a:ext uri="{FF2B5EF4-FFF2-40B4-BE49-F238E27FC236}">
                  <a16:creationId xmlns:a16="http://schemas.microsoft.com/office/drawing/2014/main" id="{04192A5D-6438-129B-E22E-2A4CCA677BAA}"/>
                </a:ext>
              </a:extLst>
            </p:cNvPr>
            <p:cNvSpPr/>
            <p:nvPr/>
          </p:nvSpPr>
          <p:spPr>
            <a:xfrm>
              <a:off x="4574160" y="1323000"/>
              <a:ext cx="64440" cy="142560"/>
            </a:xfrm>
            <a:custGeom>
              <a:avLst/>
              <a:gdLst/>
              <a:ahLst/>
              <a:cxnLst/>
              <a:rect l="l" t="t" r="r" b="b"/>
              <a:pathLst>
                <a:path w="179" h="396" extrusionOk="0">
                  <a:moveTo>
                    <a:pt x="33" y="33"/>
                  </a:moveTo>
                  <a:lnTo>
                    <a:pt x="146" y="33"/>
                  </a:lnTo>
                  <a:lnTo>
                    <a:pt x="146" y="364"/>
                  </a:lnTo>
                  <a:lnTo>
                    <a:pt x="33" y="364"/>
                  </a:lnTo>
                  <a:lnTo>
                    <a:pt x="33" y="33"/>
                  </a:lnTo>
                  <a:moveTo>
                    <a:pt x="0" y="17"/>
                  </a:moveTo>
                  <a:lnTo>
                    <a:pt x="0" y="380"/>
                  </a:lnTo>
                  <a:cubicBezTo>
                    <a:pt x="0" y="389"/>
                    <a:pt x="8" y="396"/>
                    <a:pt x="17" y="396"/>
                  </a:cubicBezTo>
                  <a:lnTo>
                    <a:pt x="162" y="396"/>
                  </a:lnTo>
                  <a:cubicBezTo>
                    <a:pt x="171" y="396"/>
                    <a:pt x="179" y="389"/>
                    <a:pt x="179" y="380"/>
                  </a:cubicBezTo>
                  <a:lnTo>
                    <a:pt x="179" y="17"/>
                  </a:lnTo>
                  <a:cubicBezTo>
                    <a:pt x="179" y="8"/>
                    <a:pt x="171" y="0"/>
                    <a:pt x="162" y="0"/>
                  </a:cubicBezTo>
                  <a:lnTo>
                    <a:pt x="17" y="0"/>
                  </a:lnTo>
                  <a:cubicBezTo>
                    <a:pt x="8" y="0"/>
                    <a:pt x="0" y="8"/>
                    <a:pt x="0" y="17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677;p44">
              <a:extLst>
                <a:ext uri="{FF2B5EF4-FFF2-40B4-BE49-F238E27FC236}">
                  <a16:creationId xmlns:a16="http://schemas.microsoft.com/office/drawing/2014/main" id="{E6FBD4DD-0398-2B4A-C678-393A5B5385F8}"/>
                </a:ext>
              </a:extLst>
            </p:cNvPr>
            <p:cNvSpPr/>
            <p:nvPr/>
          </p:nvSpPr>
          <p:spPr>
            <a:xfrm>
              <a:off x="4469760" y="1270800"/>
              <a:ext cx="64080" cy="194760"/>
            </a:xfrm>
            <a:custGeom>
              <a:avLst/>
              <a:gdLst/>
              <a:ahLst/>
              <a:cxnLst/>
              <a:rect l="l" t="t" r="r" b="b"/>
              <a:pathLst>
                <a:path w="178" h="541" extrusionOk="0">
                  <a:moveTo>
                    <a:pt x="33" y="33"/>
                  </a:moveTo>
                  <a:lnTo>
                    <a:pt x="145" y="33"/>
                  </a:lnTo>
                  <a:lnTo>
                    <a:pt x="145" y="509"/>
                  </a:lnTo>
                  <a:lnTo>
                    <a:pt x="33" y="509"/>
                  </a:lnTo>
                  <a:lnTo>
                    <a:pt x="33" y="33"/>
                  </a:lnTo>
                  <a:moveTo>
                    <a:pt x="16" y="541"/>
                  </a:moveTo>
                  <a:lnTo>
                    <a:pt x="162" y="541"/>
                  </a:lnTo>
                  <a:cubicBezTo>
                    <a:pt x="171" y="541"/>
                    <a:pt x="178" y="534"/>
                    <a:pt x="178" y="525"/>
                  </a:cubicBezTo>
                  <a:lnTo>
                    <a:pt x="178" y="17"/>
                  </a:lnTo>
                  <a:cubicBezTo>
                    <a:pt x="178" y="7"/>
                    <a:pt x="171" y="0"/>
                    <a:pt x="162" y="0"/>
                  </a:cubicBezTo>
                  <a:lnTo>
                    <a:pt x="16" y="0"/>
                  </a:lnTo>
                  <a:cubicBezTo>
                    <a:pt x="7" y="0"/>
                    <a:pt x="0" y="7"/>
                    <a:pt x="0" y="17"/>
                  </a:cubicBezTo>
                  <a:lnTo>
                    <a:pt x="0" y="525"/>
                  </a:lnTo>
                  <a:cubicBezTo>
                    <a:pt x="0" y="534"/>
                    <a:pt x="7" y="541"/>
                    <a:pt x="16" y="541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678;p44">
              <a:extLst>
                <a:ext uri="{FF2B5EF4-FFF2-40B4-BE49-F238E27FC236}">
                  <a16:creationId xmlns:a16="http://schemas.microsoft.com/office/drawing/2014/main" id="{7AD13E11-5F77-A1FE-B7D2-320D8DB5136B}"/>
                </a:ext>
              </a:extLst>
            </p:cNvPr>
            <p:cNvSpPr/>
            <p:nvPr/>
          </p:nvSpPr>
          <p:spPr>
            <a:xfrm>
              <a:off x="4534920" y="1140120"/>
              <a:ext cx="116640" cy="116280"/>
            </a:xfrm>
            <a:custGeom>
              <a:avLst/>
              <a:gdLst/>
              <a:ahLst/>
              <a:cxnLst/>
              <a:rect l="l" t="t" r="r" b="b"/>
              <a:pathLst>
                <a:path w="324" h="323" extrusionOk="0">
                  <a:moveTo>
                    <a:pt x="89" y="142"/>
                  </a:moveTo>
                  <a:cubicBezTo>
                    <a:pt x="99" y="142"/>
                    <a:pt x="106" y="134"/>
                    <a:pt x="106" y="125"/>
                  </a:cubicBezTo>
                  <a:lnTo>
                    <a:pt x="106" y="33"/>
                  </a:lnTo>
                  <a:lnTo>
                    <a:pt x="218" y="33"/>
                  </a:lnTo>
                  <a:lnTo>
                    <a:pt x="218" y="125"/>
                  </a:lnTo>
                  <a:cubicBezTo>
                    <a:pt x="218" y="134"/>
                    <a:pt x="226" y="142"/>
                    <a:pt x="235" y="142"/>
                  </a:cubicBezTo>
                  <a:lnTo>
                    <a:pt x="273" y="142"/>
                  </a:lnTo>
                  <a:lnTo>
                    <a:pt x="162" y="281"/>
                  </a:lnTo>
                  <a:lnTo>
                    <a:pt x="51" y="142"/>
                  </a:lnTo>
                  <a:lnTo>
                    <a:pt x="89" y="142"/>
                  </a:lnTo>
                  <a:moveTo>
                    <a:pt x="149" y="317"/>
                  </a:moveTo>
                  <a:cubicBezTo>
                    <a:pt x="152" y="321"/>
                    <a:pt x="157" y="323"/>
                    <a:pt x="162" y="323"/>
                  </a:cubicBezTo>
                  <a:cubicBezTo>
                    <a:pt x="167" y="323"/>
                    <a:pt x="172" y="321"/>
                    <a:pt x="175" y="317"/>
                  </a:cubicBezTo>
                  <a:lnTo>
                    <a:pt x="320" y="136"/>
                  </a:lnTo>
                  <a:cubicBezTo>
                    <a:pt x="324" y="131"/>
                    <a:pt x="325" y="124"/>
                    <a:pt x="322" y="118"/>
                  </a:cubicBezTo>
                  <a:cubicBezTo>
                    <a:pt x="319" y="113"/>
                    <a:pt x="314" y="109"/>
                    <a:pt x="307" y="109"/>
                  </a:cubicBezTo>
                  <a:lnTo>
                    <a:pt x="251" y="109"/>
                  </a:lnTo>
                  <a:lnTo>
                    <a:pt x="251" y="16"/>
                  </a:lnTo>
                  <a:cubicBezTo>
                    <a:pt x="251" y="7"/>
                    <a:pt x="244" y="0"/>
                    <a:pt x="235" y="0"/>
                  </a:cubicBezTo>
                  <a:lnTo>
                    <a:pt x="89" y="0"/>
                  </a:lnTo>
                  <a:cubicBezTo>
                    <a:pt x="80" y="0"/>
                    <a:pt x="73" y="7"/>
                    <a:pt x="73" y="16"/>
                  </a:cubicBezTo>
                  <a:lnTo>
                    <a:pt x="73" y="109"/>
                  </a:lnTo>
                  <a:lnTo>
                    <a:pt x="17" y="109"/>
                  </a:lnTo>
                  <a:cubicBezTo>
                    <a:pt x="11" y="109"/>
                    <a:pt x="5" y="113"/>
                    <a:pt x="2" y="118"/>
                  </a:cubicBezTo>
                  <a:cubicBezTo>
                    <a:pt x="-1" y="124"/>
                    <a:pt x="0" y="131"/>
                    <a:pt x="4" y="136"/>
                  </a:cubicBezTo>
                  <a:lnTo>
                    <a:pt x="149" y="317"/>
                  </a:ln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679;p44">
              <a:extLst>
                <a:ext uri="{FF2B5EF4-FFF2-40B4-BE49-F238E27FC236}">
                  <a16:creationId xmlns:a16="http://schemas.microsoft.com/office/drawing/2014/main" id="{80665680-38E7-A243-1974-F6E3C124D0F5}"/>
                </a:ext>
              </a:extLst>
            </p:cNvPr>
            <p:cNvSpPr/>
            <p:nvPr/>
          </p:nvSpPr>
          <p:spPr>
            <a:xfrm>
              <a:off x="4691880" y="1349280"/>
              <a:ext cx="38160" cy="11880"/>
            </a:xfrm>
            <a:custGeom>
              <a:avLst/>
              <a:gdLst/>
              <a:ahLst/>
              <a:cxnLst/>
              <a:rect l="l" t="t" r="r" b="b"/>
              <a:pathLst>
                <a:path w="106" h="33" extrusionOk="0">
                  <a:moveTo>
                    <a:pt x="17" y="33"/>
                  </a:moveTo>
                  <a:lnTo>
                    <a:pt x="89" y="33"/>
                  </a:lnTo>
                  <a:cubicBezTo>
                    <a:pt x="98" y="33"/>
                    <a:pt x="106" y="26"/>
                    <a:pt x="106" y="16"/>
                  </a:cubicBezTo>
                  <a:cubicBezTo>
                    <a:pt x="106" y="7"/>
                    <a:pt x="98" y="0"/>
                    <a:pt x="89" y="0"/>
                  </a:cubicBezTo>
                  <a:lnTo>
                    <a:pt x="17" y="0"/>
                  </a:lnTo>
                  <a:cubicBezTo>
                    <a:pt x="8" y="0"/>
                    <a:pt x="0" y="7"/>
                    <a:pt x="0" y="16"/>
                  </a:cubicBezTo>
                  <a:cubicBezTo>
                    <a:pt x="0" y="26"/>
                    <a:pt x="8" y="33"/>
                    <a:pt x="17" y="33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680;p44">
              <a:extLst>
                <a:ext uri="{FF2B5EF4-FFF2-40B4-BE49-F238E27FC236}">
                  <a16:creationId xmlns:a16="http://schemas.microsoft.com/office/drawing/2014/main" id="{85D974A7-F6F9-140C-7B16-E821E429EAC9}"/>
                </a:ext>
              </a:extLst>
            </p:cNvPr>
            <p:cNvSpPr/>
            <p:nvPr/>
          </p:nvSpPr>
          <p:spPr>
            <a:xfrm>
              <a:off x="4587480" y="1297080"/>
              <a:ext cx="37800" cy="11880"/>
            </a:xfrm>
            <a:custGeom>
              <a:avLst/>
              <a:gdLst/>
              <a:ahLst/>
              <a:cxnLst/>
              <a:rect l="l" t="t" r="r" b="b"/>
              <a:pathLst>
                <a:path w="105" h="33" extrusionOk="0">
                  <a:moveTo>
                    <a:pt x="89" y="33"/>
                  </a:moveTo>
                  <a:cubicBezTo>
                    <a:pt x="98" y="33"/>
                    <a:pt x="105" y="25"/>
                    <a:pt x="105" y="16"/>
                  </a:cubicBezTo>
                  <a:cubicBezTo>
                    <a:pt x="105" y="7"/>
                    <a:pt x="98" y="0"/>
                    <a:pt x="89" y="0"/>
                  </a:cubicBezTo>
                  <a:lnTo>
                    <a:pt x="16" y="0"/>
                  </a:lnTo>
                  <a:cubicBezTo>
                    <a:pt x="7" y="0"/>
                    <a:pt x="0" y="7"/>
                    <a:pt x="0" y="16"/>
                  </a:cubicBezTo>
                  <a:cubicBezTo>
                    <a:pt x="0" y="25"/>
                    <a:pt x="7" y="33"/>
                    <a:pt x="16" y="33"/>
                  </a:cubicBezTo>
                  <a:lnTo>
                    <a:pt x="89" y="33"/>
                  </a:ln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681;p44">
              <a:extLst>
                <a:ext uri="{FF2B5EF4-FFF2-40B4-BE49-F238E27FC236}">
                  <a16:creationId xmlns:a16="http://schemas.microsoft.com/office/drawing/2014/main" id="{A1D0F253-6A45-4D81-7C71-100F276BEF29}"/>
                </a:ext>
              </a:extLst>
            </p:cNvPr>
            <p:cNvSpPr/>
            <p:nvPr/>
          </p:nvSpPr>
          <p:spPr>
            <a:xfrm>
              <a:off x="4482720" y="1244520"/>
              <a:ext cx="38160" cy="11880"/>
            </a:xfrm>
            <a:custGeom>
              <a:avLst/>
              <a:gdLst/>
              <a:ahLst/>
              <a:cxnLst/>
              <a:rect l="l" t="t" r="r" b="b"/>
              <a:pathLst>
                <a:path w="106" h="33" extrusionOk="0">
                  <a:moveTo>
                    <a:pt x="17" y="33"/>
                  </a:moveTo>
                  <a:lnTo>
                    <a:pt x="89" y="33"/>
                  </a:lnTo>
                  <a:cubicBezTo>
                    <a:pt x="98" y="33"/>
                    <a:pt x="106" y="26"/>
                    <a:pt x="106" y="17"/>
                  </a:cubicBezTo>
                  <a:cubicBezTo>
                    <a:pt x="106" y="8"/>
                    <a:pt x="98" y="0"/>
                    <a:pt x="89" y="0"/>
                  </a:cubicBezTo>
                  <a:lnTo>
                    <a:pt x="17" y="0"/>
                  </a:lnTo>
                  <a:cubicBezTo>
                    <a:pt x="7" y="0"/>
                    <a:pt x="0" y="8"/>
                    <a:pt x="0" y="17"/>
                  </a:cubicBezTo>
                  <a:cubicBezTo>
                    <a:pt x="0" y="26"/>
                    <a:pt x="7" y="33"/>
                    <a:pt x="17" y="33"/>
                  </a:cubicBezTo>
                  <a:close/>
                </a:path>
              </a:pathLst>
            </a:custGeom>
            <a:solidFill>
              <a:srgbClr val="3C2C3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7452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43"/>
          <p:cNvSpPr txBox="1">
            <a:spLocks noGrp="1"/>
          </p:cNvSpPr>
          <p:nvPr>
            <p:ph type="title"/>
          </p:nvPr>
        </p:nvSpPr>
        <p:spPr>
          <a:xfrm>
            <a:off x="2347938" y="7851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1557" name="Google Shape;1557;p43"/>
          <p:cNvGrpSpPr/>
          <p:nvPr/>
        </p:nvGrpSpPr>
        <p:grpSpPr>
          <a:xfrm>
            <a:off x="-1416405" y="1143899"/>
            <a:ext cx="11900600" cy="3335352"/>
            <a:chOff x="-1416405" y="1143899"/>
            <a:chExt cx="11900600" cy="3335352"/>
          </a:xfrm>
        </p:grpSpPr>
        <p:grpSp>
          <p:nvGrpSpPr>
            <p:cNvPr id="1558" name="Google Shape;1558;p43"/>
            <p:cNvGrpSpPr/>
            <p:nvPr/>
          </p:nvGrpSpPr>
          <p:grpSpPr>
            <a:xfrm>
              <a:off x="7893995" y="1977285"/>
              <a:ext cx="2590200" cy="1672200"/>
              <a:chOff x="7350120" y="6084360"/>
              <a:chExt cx="2590200" cy="1672200"/>
            </a:xfrm>
          </p:grpSpPr>
          <p:sp>
            <p:nvSpPr>
              <p:cNvPr id="1559" name="Google Shape;1559;p43"/>
              <p:cNvSpPr/>
              <p:nvPr/>
            </p:nvSpPr>
            <p:spPr>
              <a:xfrm>
                <a:off x="7350120" y="6241680"/>
                <a:ext cx="2590200" cy="1514880"/>
              </a:xfrm>
              <a:custGeom>
                <a:avLst/>
                <a:gdLst/>
                <a:ahLst/>
                <a:cxnLst/>
                <a:rect l="l" t="t" r="r" b="b"/>
                <a:pathLst>
                  <a:path w="7195" h="4208" extrusionOk="0">
                    <a:moveTo>
                      <a:pt x="7195" y="4208"/>
                    </a:moveTo>
                    <a:lnTo>
                      <a:pt x="0" y="4208"/>
                    </a:lnTo>
                    <a:lnTo>
                      <a:pt x="0" y="0"/>
                    </a:lnTo>
                    <a:lnTo>
                      <a:pt x="7195" y="0"/>
                    </a:lnTo>
                    <a:lnTo>
                      <a:pt x="7195" y="4208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0" name="Google Shape;1560;p43"/>
              <p:cNvSpPr/>
              <p:nvPr/>
            </p:nvSpPr>
            <p:spPr>
              <a:xfrm>
                <a:off x="7350120" y="6084360"/>
                <a:ext cx="2590200" cy="157320"/>
              </a:xfrm>
              <a:custGeom>
                <a:avLst/>
                <a:gdLst/>
                <a:ahLst/>
                <a:cxnLst/>
                <a:rect l="l" t="t" r="r" b="b"/>
                <a:pathLst>
                  <a:path w="7195" h="437" extrusionOk="0">
                    <a:moveTo>
                      <a:pt x="6988" y="0"/>
                    </a:moveTo>
                    <a:lnTo>
                      <a:pt x="207" y="0"/>
                    </a:lnTo>
                    <a:cubicBezTo>
                      <a:pt x="93" y="0"/>
                      <a:pt x="0" y="93"/>
                      <a:pt x="0" y="207"/>
                    </a:cubicBezTo>
                    <a:lnTo>
                      <a:pt x="0" y="437"/>
                    </a:lnTo>
                    <a:lnTo>
                      <a:pt x="7195" y="437"/>
                    </a:lnTo>
                    <a:lnTo>
                      <a:pt x="7195" y="207"/>
                    </a:lnTo>
                    <a:cubicBezTo>
                      <a:pt x="7195" y="93"/>
                      <a:pt x="7102" y="0"/>
                      <a:pt x="6988" y="0"/>
                    </a:cubicBez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1" name="Google Shape;1561;p43"/>
              <p:cNvSpPr/>
              <p:nvPr/>
            </p:nvSpPr>
            <p:spPr>
              <a:xfrm>
                <a:off x="7419240" y="6126840"/>
                <a:ext cx="7236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201" h="201" extrusionOk="0">
                    <a:moveTo>
                      <a:pt x="201" y="100"/>
                    </a:moveTo>
                    <a:cubicBezTo>
                      <a:pt x="201" y="156"/>
                      <a:pt x="156" y="201"/>
                      <a:pt x="100" y="201"/>
                    </a:cubicBezTo>
                    <a:cubicBezTo>
                      <a:pt x="45" y="201"/>
                      <a:pt x="0" y="156"/>
                      <a:pt x="0" y="100"/>
                    </a:cubicBezTo>
                    <a:cubicBezTo>
                      <a:pt x="0" y="45"/>
                      <a:pt x="45" y="0"/>
                      <a:pt x="100" y="0"/>
                    </a:cubicBezTo>
                    <a:cubicBezTo>
                      <a:pt x="156" y="0"/>
                      <a:pt x="201" y="45"/>
                      <a:pt x="201" y="1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27350" rIns="90000" bIns="273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p43"/>
              <p:cNvSpPr/>
              <p:nvPr/>
            </p:nvSpPr>
            <p:spPr>
              <a:xfrm>
                <a:off x="7530840" y="6126840"/>
                <a:ext cx="7236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201" h="201" extrusionOk="0">
                    <a:moveTo>
                      <a:pt x="201" y="100"/>
                    </a:moveTo>
                    <a:cubicBezTo>
                      <a:pt x="201" y="156"/>
                      <a:pt x="156" y="201"/>
                      <a:pt x="101" y="201"/>
                    </a:cubicBezTo>
                    <a:cubicBezTo>
                      <a:pt x="45" y="201"/>
                      <a:pt x="0" y="156"/>
                      <a:pt x="0" y="100"/>
                    </a:cubicBezTo>
                    <a:cubicBezTo>
                      <a:pt x="0" y="45"/>
                      <a:pt x="45" y="0"/>
                      <a:pt x="101" y="0"/>
                    </a:cubicBezTo>
                    <a:cubicBezTo>
                      <a:pt x="156" y="0"/>
                      <a:pt x="201" y="45"/>
                      <a:pt x="201" y="1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27350" rIns="90000" bIns="273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3" name="Google Shape;1563;p43"/>
              <p:cNvSpPr/>
              <p:nvPr/>
            </p:nvSpPr>
            <p:spPr>
              <a:xfrm>
                <a:off x="7642800" y="6126840"/>
                <a:ext cx="7200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200" h="201" extrusionOk="0">
                    <a:moveTo>
                      <a:pt x="200" y="100"/>
                    </a:moveTo>
                    <a:cubicBezTo>
                      <a:pt x="200" y="156"/>
                      <a:pt x="156" y="201"/>
                      <a:pt x="100" y="201"/>
                    </a:cubicBezTo>
                    <a:cubicBezTo>
                      <a:pt x="45" y="201"/>
                      <a:pt x="0" y="156"/>
                      <a:pt x="0" y="100"/>
                    </a:cubicBezTo>
                    <a:cubicBezTo>
                      <a:pt x="0" y="45"/>
                      <a:pt x="45" y="0"/>
                      <a:pt x="100" y="0"/>
                    </a:cubicBezTo>
                    <a:cubicBezTo>
                      <a:pt x="156" y="0"/>
                      <a:pt x="200" y="45"/>
                      <a:pt x="200" y="1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27350" rIns="90000" bIns="273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4" name="Google Shape;1564;p43"/>
              <p:cNvSpPr/>
              <p:nvPr/>
            </p:nvSpPr>
            <p:spPr>
              <a:xfrm>
                <a:off x="7523280" y="6372000"/>
                <a:ext cx="2237760" cy="1217880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3383" extrusionOk="0">
                    <a:moveTo>
                      <a:pt x="6216" y="3383"/>
                    </a:moveTo>
                    <a:lnTo>
                      <a:pt x="0" y="3383"/>
                    </a:lnTo>
                    <a:lnTo>
                      <a:pt x="0" y="0"/>
                    </a:lnTo>
                    <a:lnTo>
                      <a:pt x="42" y="0"/>
                    </a:lnTo>
                    <a:lnTo>
                      <a:pt x="42" y="3341"/>
                    </a:lnTo>
                    <a:lnTo>
                      <a:pt x="6216" y="3341"/>
                    </a:lnTo>
                    <a:lnTo>
                      <a:pt x="6216" y="3383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5" name="Google Shape;1565;p43"/>
              <p:cNvSpPr/>
              <p:nvPr/>
            </p:nvSpPr>
            <p:spPr>
              <a:xfrm>
                <a:off x="7629840" y="7052040"/>
                <a:ext cx="218880" cy="44856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246" extrusionOk="0">
                    <a:moveTo>
                      <a:pt x="608" y="0"/>
                    </a:moveTo>
                    <a:lnTo>
                      <a:pt x="0" y="0"/>
                    </a:lnTo>
                    <a:lnTo>
                      <a:pt x="0" y="1246"/>
                    </a:lnTo>
                    <a:lnTo>
                      <a:pt x="608" y="1246"/>
                    </a:lnTo>
                    <a:lnTo>
                      <a:pt x="608" y="0"/>
                    </a:lnTo>
                    <a:close/>
                  </a:path>
                </a:pathLst>
              </a:custGeom>
              <a:solidFill>
                <a:srgbClr val="FCB100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6" name="Google Shape;1566;p43"/>
              <p:cNvSpPr/>
              <p:nvPr/>
            </p:nvSpPr>
            <p:spPr>
              <a:xfrm>
                <a:off x="7984440" y="6415200"/>
                <a:ext cx="219240" cy="108540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3015" extrusionOk="0">
                    <a:moveTo>
                      <a:pt x="609" y="0"/>
                    </a:moveTo>
                    <a:lnTo>
                      <a:pt x="0" y="0"/>
                    </a:lnTo>
                    <a:lnTo>
                      <a:pt x="0" y="3015"/>
                    </a:lnTo>
                    <a:lnTo>
                      <a:pt x="609" y="3015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7" name="Google Shape;1567;p43"/>
              <p:cNvSpPr/>
              <p:nvPr/>
            </p:nvSpPr>
            <p:spPr>
              <a:xfrm>
                <a:off x="8339400" y="6681960"/>
                <a:ext cx="219240" cy="81864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2274" extrusionOk="0">
                    <a:moveTo>
                      <a:pt x="609" y="0"/>
                    </a:moveTo>
                    <a:lnTo>
                      <a:pt x="0" y="0"/>
                    </a:lnTo>
                    <a:lnTo>
                      <a:pt x="0" y="2274"/>
                    </a:lnTo>
                    <a:lnTo>
                      <a:pt x="609" y="2274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D1FAFB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8" name="Google Shape;1568;p43"/>
              <p:cNvSpPr/>
              <p:nvPr/>
            </p:nvSpPr>
            <p:spPr>
              <a:xfrm>
                <a:off x="8694360" y="6824520"/>
                <a:ext cx="219240" cy="67608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878" extrusionOk="0">
                    <a:moveTo>
                      <a:pt x="609" y="0"/>
                    </a:moveTo>
                    <a:lnTo>
                      <a:pt x="0" y="0"/>
                    </a:lnTo>
                    <a:lnTo>
                      <a:pt x="0" y="1878"/>
                    </a:lnTo>
                    <a:lnTo>
                      <a:pt x="609" y="187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FCB100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9" name="Google Shape;1569;p43"/>
              <p:cNvSpPr/>
              <p:nvPr/>
            </p:nvSpPr>
            <p:spPr>
              <a:xfrm>
                <a:off x="9049320" y="6999120"/>
                <a:ext cx="218880" cy="50148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393" extrusionOk="0">
                    <a:moveTo>
                      <a:pt x="608" y="0"/>
                    </a:moveTo>
                    <a:lnTo>
                      <a:pt x="0" y="0"/>
                    </a:lnTo>
                    <a:lnTo>
                      <a:pt x="0" y="1393"/>
                    </a:lnTo>
                    <a:lnTo>
                      <a:pt x="608" y="1393"/>
                    </a:lnTo>
                    <a:lnTo>
                      <a:pt x="608" y="0"/>
                    </a:ln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0" name="Google Shape;1570;p43"/>
              <p:cNvSpPr/>
              <p:nvPr/>
            </p:nvSpPr>
            <p:spPr>
              <a:xfrm>
                <a:off x="9403920" y="6415200"/>
                <a:ext cx="219240" cy="108540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3015" extrusionOk="0">
                    <a:moveTo>
                      <a:pt x="609" y="0"/>
                    </a:moveTo>
                    <a:lnTo>
                      <a:pt x="0" y="0"/>
                    </a:lnTo>
                    <a:lnTo>
                      <a:pt x="0" y="3015"/>
                    </a:lnTo>
                    <a:lnTo>
                      <a:pt x="609" y="3015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rgbClr val="D1FAFB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1" name="Google Shape;1571;p43"/>
              <p:cNvSpPr/>
              <p:nvPr/>
            </p:nvSpPr>
            <p:spPr>
              <a:xfrm>
                <a:off x="7629840" y="7642800"/>
                <a:ext cx="21888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67" extrusionOk="0">
                    <a:moveTo>
                      <a:pt x="608" y="67"/>
                    </a:moveTo>
                    <a:lnTo>
                      <a:pt x="0" y="67"/>
                    </a:lnTo>
                    <a:lnTo>
                      <a:pt x="0" y="0"/>
                    </a:lnTo>
                    <a:lnTo>
                      <a:pt x="608" y="0"/>
                    </a:lnTo>
                    <a:lnTo>
                      <a:pt x="608" y="6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2" name="Google Shape;1572;p43"/>
              <p:cNvSpPr/>
              <p:nvPr/>
            </p:nvSpPr>
            <p:spPr>
              <a:xfrm>
                <a:off x="7984440" y="7642800"/>
                <a:ext cx="21924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67" extrusionOk="0">
                    <a:moveTo>
                      <a:pt x="609" y="67"/>
                    </a:moveTo>
                    <a:lnTo>
                      <a:pt x="0" y="67"/>
                    </a:lnTo>
                    <a:lnTo>
                      <a:pt x="0" y="0"/>
                    </a:lnTo>
                    <a:lnTo>
                      <a:pt x="609" y="0"/>
                    </a:lnTo>
                    <a:lnTo>
                      <a:pt x="609" y="6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3" name="Google Shape;1573;p43"/>
              <p:cNvSpPr/>
              <p:nvPr/>
            </p:nvSpPr>
            <p:spPr>
              <a:xfrm>
                <a:off x="8339400" y="7642800"/>
                <a:ext cx="21924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67" extrusionOk="0">
                    <a:moveTo>
                      <a:pt x="609" y="67"/>
                    </a:moveTo>
                    <a:lnTo>
                      <a:pt x="0" y="67"/>
                    </a:lnTo>
                    <a:lnTo>
                      <a:pt x="0" y="0"/>
                    </a:lnTo>
                    <a:lnTo>
                      <a:pt x="609" y="0"/>
                    </a:lnTo>
                    <a:lnTo>
                      <a:pt x="609" y="6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4" name="Google Shape;1574;p43"/>
              <p:cNvSpPr/>
              <p:nvPr/>
            </p:nvSpPr>
            <p:spPr>
              <a:xfrm>
                <a:off x="8694360" y="7642800"/>
                <a:ext cx="21924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67" extrusionOk="0">
                    <a:moveTo>
                      <a:pt x="609" y="67"/>
                    </a:moveTo>
                    <a:lnTo>
                      <a:pt x="0" y="67"/>
                    </a:lnTo>
                    <a:lnTo>
                      <a:pt x="0" y="0"/>
                    </a:lnTo>
                    <a:lnTo>
                      <a:pt x="609" y="0"/>
                    </a:lnTo>
                    <a:lnTo>
                      <a:pt x="609" y="6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5" name="Google Shape;1575;p43"/>
              <p:cNvSpPr/>
              <p:nvPr/>
            </p:nvSpPr>
            <p:spPr>
              <a:xfrm>
                <a:off x="9049320" y="7642800"/>
                <a:ext cx="21888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67" extrusionOk="0">
                    <a:moveTo>
                      <a:pt x="608" y="67"/>
                    </a:moveTo>
                    <a:lnTo>
                      <a:pt x="0" y="67"/>
                    </a:lnTo>
                    <a:lnTo>
                      <a:pt x="0" y="0"/>
                    </a:lnTo>
                    <a:lnTo>
                      <a:pt x="608" y="0"/>
                    </a:lnTo>
                    <a:lnTo>
                      <a:pt x="608" y="6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6" name="Google Shape;1576;p43"/>
              <p:cNvSpPr/>
              <p:nvPr/>
            </p:nvSpPr>
            <p:spPr>
              <a:xfrm>
                <a:off x="9403920" y="7642800"/>
                <a:ext cx="21924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67" extrusionOk="0">
                    <a:moveTo>
                      <a:pt x="609" y="67"/>
                    </a:moveTo>
                    <a:lnTo>
                      <a:pt x="0" y="67"/>
                    </a:lnTo>
                    <a:lnTo>
                      <a:pt x="0" y="0"/>
                    </a:lnTo>
                    <a:lnTo>
                      <a:pt x="609" y="0"/>
                    </a:lnTo>
                    <a:lnTo>
                      <a:pt x="609" y="6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77" name="Google Shape;1577;p43"/>
            <p:cNvGrpSpPr/>
            <p:nvPr/>
          </p:nvGrpSpPr>
          <p:grpSpPr>
            <a:xfrm>
              <a:off x="-1416405" y="1977285"/>
              <a:ext cx="2590200" cy="1672200"/>
              <a:chOff x="7350120" y="6084360"/>
              <a:chExt cx="2590200" cy="1672200"/>
            </a:xfrm>
          </p:grpSpPr>
          <p:sp>
            <p:nvSpPr>
              <p:cNvPr id="1578" name="Google Shape;1578;p43"/>
              <p:cNvSpPr/>
              <p:nvPr/>
            </p:nvSpPr>
            <p:spPr>
              <a:xfrm>
                <a:off x="7350120" y="6241680"/>
                <a:ext cx="2590200" cy="1514880"/>
              </a:xfrm>
              <a:custGeom>
                <a:avLst/>
                <a:gdLst/>
                <a:ahLst/>
                <a:cxnLst/>
                <a:rect l="l" t="t" r="r" b="b"/>
                <a:pathLst>
                  <a:path w="7195" h="4208" extrusionOk="0">
                    <a:moveTo>
                      <a:pt x="7195" y="4208"/>
                    </a:moveTo>
                    <a:lnTo>
                      <a:pt x="0" y="4208"/>
                    </a:lnTo>
                    <a:lnTo>
                      <a:pt x="0" y="0"/>
                    </a:lnTo>
                    <a:lnTo>
                      <a:pt x="7195" y="0"/>
                    </a:lnTo>
                    <a:lnTo>
                      <a:pt x="7195" y="4208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9" name="Google Shape;1579;p43"/>
              <p:cNvSpPr/>
              <p:nvPr/>
            </p:nvSpPr>
            <p:spPr>
              <a:xfrm>
                <a:off x="7350120" y="6084360"/>
                <a:ext cx="2590200" cy="157320"/>
              </a:xfrm>
              <a:custGeom>
                <a:avLst/>
                <a:gdLst/>
                <a:ahLst/>
                <a:cxnLst/>
                <a:rect l="l" t="t" r="r" b="b"/>
                <a:pathLst>
                  <a:path w="7195" h="437" extrusionOk="0">
                    <a:moveTo>
                      <a:pt x="6988" y="0"/>
                    </a:moveTo>
                    <a:lnTo>
                      <a:pt x="207" y="0"/>
                    </a:lnTo>
                    <a:cubicBezTo>
                      <a:pt x="93" y="0"/>
                      <a:pt x="0" y="93"/>
                      <a:pt x="0" y="207"/>
                    </a:cubicBezTo>
                    <a:lnTo>
                      <a:pt x="0" y="437"/>
                    </a:lnTo>
                    <a:lnTo>
                      <a:pt x="7195" y="437"/>
                    </a:lnTo>
                    <a:lnTo>
                      <a:pt x="7195" y="207"/>
                    </a:lnTo>
                    <a:cubicBezTo>
                      <a:pt x="7195" y="93"/>
                      <a:pt x="7102" y="0"/>
                      <a:pt x="6988" y="0"/>
                    </a:cubicBezTo>
                    <a:close/>
                  </a:path>
                </a:pathLst>
              </a:custGeom>
              <a:solidFill>
                <a:srgbClr val="009096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0" name="Google Shape;1580;p43"/>
              <p:cNvSpPr/>
              <p:nvPr/>
            </p:nvSpPr>
            <p:spPr>
              <a:xfrm>
                <a:off x="7419240" y="6126840"/>
                <a:ext cx="7236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201" h="201" extrusionOk="0">
                    <a:moveTo>
                      <a:pt x="201" y="100"/>
                    </a:moveTo>
                    <a:cubicBezTo>
                      <a:pt x="201" y="156"/>
                      <a:pt x="156" y="201"/>
                      <a:pt x="100" y="201"/>
                    </a:cubicBezTo>
                    <a:cubicBezTo>
                      <a:pt x="45" y="201"/>
                      <a:pt x="0" y="156"/>
                      <a:pt x="0" y="100"/>
                    </a:cubicBezTo>
                    <a:cubicBezTo>
                      <a:pt x="0" y="45"/>
                      <a:pt x="45" y="0"/>
                      <a:pt x="100" y="0"/>
                    </a:cubicBezTo>
                    <a:cubicBezTo>
                      <a:pt x="156" y="0"/>
                      <a:pt x="201" y="45"/>
                      <a:pt x="201" y="1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27350" rIns="90000" bIns="273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1" name="Google Shape;1581;p43"/>
              <p:cNvSpPr/>
              <p:nvPr/>
            </p:nvSpPr>
            <p:spPr>
              <a:xfrm>
                <a:off x="7530840" y="6126840"/>
                <a:ext cx="7236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201" h="201" extrusionOk="0">
                    <a:moveTo>
                      <a:pt x="201" y="100"/>
                    </a:moveTo>
                    <a:cubicBezTo>
                      <a:pt x="201" y="156"/>
                      <a:pt x="156" y="201"/>
                      <a:pt x="101" y="201"/>
                    </a:cubicBezTo>
                    <a:cubicBezTo>
                      <a:pt x="45" y="201"/>
                      <a:pt x="0" y="156"/>
                      <a:pt x="0" y="100"/>
                    </a:cubicBezTo>
                    <a:cubicBezTo>
                      <a:pt x="0" y="45"/>
                      <a:pt x="45" y="0"/>
                      <a:pt x="101" y="0"/>
                    </a:cubicBezTo>
                    <a:cubicBezTo>
                      <a:pt x="156" y="0"/>
                      <a:pt x="201" y="45"/>
                      <a:pt x="201" y="1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27350" rIns="90000" bIns="273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2" name="Google Shape;1582;p43"/>
              <p:cNvSpPr/>
              <p:nvPr/>
            </p:nvSpPr>
            <p:spPr>
              <a:xfrm>
                <a:off x="7642800" y="6126840"/>
                <a:ext cx="72000" cy="72360"/>
              </a:xfrm>
              <a:custGeom>
                <a:avLst/>
                <a:gdLst/>
                <a:ahLst/>
                <a:cxnLst/>
                <a:rect l="l" t="t" r="r" b="b"/>
                <a:pathLst>
                  <a:path w="200" h="201" extrusionOk="0">
                    <a:moveTo>
                      <a:pt x="200" y="100"/>
                    </a:moveTo>
                    <a:cubicBezTo>
                      <a:pt x="200" y="156"/>
                      <a:pt x="156" y="201"/>
                      <a:pt x="100" y="201"/>
                    </a:cubicBezTo>
                    <a:cubicBezTo>
                      <a:pt x="45" y="201"/>
                      <a:pt x="0" y="156"/>
                      <a:pt x="0" y="100"/>
                    </a:cubicBezTo>
                    <a:cubicBezTo>
                      <a:pt x="0" y="45"/>
                      <a:pt x="45" y="0"/>
                      <a:pt x="100" y="0"/>
                    </a:cubicBezTo>
                    <a:cubicBezTo>
                      <a:pt x="156" y="0"/>
                      <a:pt x="200" y="45"/>
                      <a:pt x="200" y="1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27350" rIns="90000" bIns="273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3" name="Google Shape;1583;p43"/>
              <p:cNvSpPr/>
              <p:nvPr/>
            </p:nvSpPr>
            <p:spPr>
              <a:xfrm>
                <a:off x="7523280" y="6372000"/>
                <a:ext cx="2237760" cy="1217880"/>
              </a:xfrm>
              <a:custGeom>
                <a:avLst/>
                <a:gdLst/>
                <a:ahLst/>
                <a:cxnLst/>
                <a:rect l="l" t="t" r="r" b="b"/>
                <a:pathLst>
                  <a:path w="6216" h="3383" extrusionOk="0">
                    <a:moveTo>
                      <a:pt x="6216" y="3383"/>
                    </a:moveTo>
                    <a:lnTo>
                      <a:pt x="0" y="3383"/>
                    </a:lnTo>
                    <a:lnTo>
                      <a:pt x="0" y="0"/>
                    </a:lnTo>
                    <a:lnTo>
                      <a:pt x="42" y="0"/>
                    </a:lnTo>
                    <a:lnTo>
                      <a:pt x="42" y="3341"/>
                    </a:lnTo>
                    <a:lnTo>
                      <a:pt x="6216" y="3341"/>
                    </a:lnTo>
                    <a:lnTo>
                      <a:pt x="6216" y="3383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4" name="Google Shape;1584;p43"/>
              <p:cNvSpPr/>
              <p:nvPr/>
            </p:nvSpPr>
            <p:spPr>
              <a:xfrm>
                <a:off x="7629840" y="7052040"/>
                <a:ext cx="218880" cy="44856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246" extrusionOk="0">
                    <a:moveTo>
                      <a:pt x="608" y="0"/>
                    </a:moveTo>
                    <a:lnTo>
                      <a:pt x="0" y="0"/>
                    </a:lnTo>
                    <a:lnTo>
                      <a:pt x="0" y="1246"/>
                    </a:lnTo>
                    <a:lnTo>
                      <a:pt x="608" y="1246"/>
                    </a:lnTo>
                    <a:lnTo>
                      <a:pt x="608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5" name="Google Shape;1585;p43"/>
              <p:cNvSpPr/>
              <p:nvPr/>
            </p:nvSpPr>
            <p:spPr>
              <a:xfrm>
                <a:off x="7984440" y="6415200"/>
                <a:ext cx="219240" cy="108540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3015" extrusionOk="0">
                    <a:moveTo>
                      <a:pt x="609" y="0"/>
                    </a:moveTo>
                    <a:lnTo>
                      <a:pt x="0" y="0"/>
                    </a:lnTo>
                    <a:lnTo>
                      <a:pt x="0" y="3015"/>
                    </a:lnTo>
                    <a:lnTo>
                      <a:pt x="609" y="3015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6" name="Google Shape;1586;p43"/>
              <p:cNvSpPr/>
              <p:nvPr/>
            </p:nvSpPr>
            <p:spPr>
              <a:xfrm>
                <a:off x="8339400" y="6681960"/>
                <a:ext cx="219240" cy="81864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2274" extrusionOk="0">
                    <a:moveTo>
                      <a:pt x="609" y="0"/>
                    </a:moveTo>
                    <a:lnTo>
                      <a:pt x="0" y="0"/>
                    </a:lnTo>
                    <a:lnTo>
                      <a:pt x="0" y="2274"/>
                    </a:lnTo>
                    <a:lnTo>
                      <a:pt x="609" y="2274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7" name="Google Shape;1587;p43"/>
              <p:cNvSpPr/>
              <p:nvPr/>
            </p:nvSpPr>
            <p:spPr>
              <a:xfrm>
                <a:off x="8694360" y="6824520"/>
                <a:ext cx="219240" cy="67608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1878" extrusionOk="0">
                    <a:moveTo>
                      <a:pt x="609" y="0"/>
                    </a:moveTo>
                    <a:lnTo>
                      <a:pt x="0" y="0"/>
                    </a:lnTo>
                    <a:lnTo>
                      <a:pt x="0" y="1878"/>
                    </a:lnTo>
                    <a:lnTo>
                      <a:pt x="609" y="1878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8" name="Google Shape;1588;p43"/>
              <p:cNvSpPr/>
              <p:nvPr/>
            </p:nvSpPr>
            <p:spPr>
              <a:xfrm>
                <a:off x="9049320" y="6999120"/>
                <a:ext cx="218880" cy="50148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1393" extrusionOk="0">
                    <a:moveTo>
                      <a:pt x="608" y="0"/>
                    </a:moveTo>
                    <a:lnTo>
                      <a:pt x="0" y="0"/>
                    </a:lnTo>
                    <a:lnTo>
                      <a:pt x="0" y="1393"/>
                    </a:lnTo>
                    <a:lnTo>
                      <a:pt x="608" y="1393"/>
                    </a:lnTo>
                    <a:lnTo>
                      <a:pt x="608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9" name="Google Shape;1589;p43"/>
              <p:cNvSpPr/>
              <p:nvPr/>
            </p:nvSpPr>
            <p:spPr>
              <a:xfrm>
                <a:off x="9403920" y="6415200"/>
                <a:ext cx="219240" cy="108540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3015" extrusionOk="0">
                    <a:moveTo>
                      <a:pt x="609" y="0"/>
                    </a:moveTo>
                    <a:lnTo>
                      <a:pt x="0" y="0"/>
                    </a:lnTo>
                    <a:lnTo>
                      <a:pt x="0" y="3015"/>
                    </a:lnTo>
                    <a:lnTo>
                      <a:pt x="609" y="3015"/>
                    </a:lnTo>
                    <a:lnTo>
                      <a:pt x="609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0" name="Google Shape;1590;p43"/>
              <p:cNvSpPr/>
              <p:nvPr/>
            </p:nvSpPr>
            <p:spPr>
              <a:xfrm>
                <a:off x="7629840" y="7642800"/>
                <a:ext cx="21888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67" extrusionOk="0">
                    <a:moveTo>
                      <a:pt x="608" y="67"/>
                    </a:moveTo>
                    <a:lnTo>
                      <a:pt x="0" y="67"/>
                    </a:lnTo>
                    <a:lnTo>
                      <a:pt x="0" y="0"/>
                    </a:lnTo>
                    <a:lnTo>
                      <a:pt x="608" y="0"/>
                    </a:lnTo>
                    <a:lnTo>
                      <a:pt x="608" y="6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1" name="Google Shape;1591;p43"/>
              <p:cNvSpPr/>
              <p:nvPr/>
            </p:nvSpPr>
            <p:spPr>
              <a:xfrm>
                <a:off x="7984440" y="7642800"/>
                <a:ext cx="21924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67" extrusionOk="0">
                    <a:moveTo>
                      <a:pt x="609" y="67"/>
                    </a:moveTo>
                    <a:lnTo>
                      <a:pt x="0" y="67"/>
                    </a:lnTo>
                    <a:lnTo>
                      <a:pt x="0" y="0"/>
                    </a:lnTo>
                    <a:lnTo>
                      <a:pt x="609" y="0"/>
                    </a:lnTo>
                    <a:lnTo>
                      <a:pt x="609" y="6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2" name="Google Shape;1592;p43"/>
              <p:cNvSpPr/>
              <p:nvPr/>
            </p:nvSpPr>
            <p:spPr>
              <a:xfrm>
                <a:off x="8339400" y="7642800"/>
                <a:ext cx="21924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67" extrusionOk="0">
                    <a:moveTo>
                      <a:pt x="609" y="67"/>
                    </a:moveTo>
                    <a:lnTo>
                      <a:pt x="0" y="67"/>
                    </a:lnTo>
                    <a:lnTo>
                      <a:pt x="0" y="0"/>
                    </a:lnTo>
                    <a:lnTo>
                      <a:pt x="609" y="0"/>
                    </a:lnTo>
                    <a:lnTo>
                      <a:pt x="609" y="6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3" name="Google Shape;1593;p43"/>
              <p:cNvSpPr/>
              <p:nvPr/>
            </p:nvSpPr>
            <p:spPr>
              <a:xfrm>
                <a:off x="8694360" y="7642800"/>
                <a:ext cx="21924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67" extrusionOk="0">
                    <a:moveTo>
                      <a:pt x="609" y="67"/>
                    </a:moveTo>
                    <a:lnTo>
                      <a:pt x="0" y="67"/>
                    </a:lnTo>
                    <a:lnTo>
                      <a:pt x="0" y="0"/>
                    </a:lnTo>
                    <a:lnTo>
                      <a:pt x="609" y="0"/>
                    </a:lnTo>
                    <a:lnTo>
                      <a:pt x="609" y="6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4" name="Google Shape;1594;p43"/>
              <p:cNvSpPr/>
              <p:nvPr/>
            </p:nvSpPr>
            <p:spPr>
              <a:xfrm>
                <a:off x="9049320" y="7642800"/>
                <a:ext cx="21888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608" h="67" extrusionOk="0">
                    <a:moveTo>
                      <a:pt x="608" y="67"/>
                    </a:moveTo>
                    <a:lnTo>
                      <a:pt x="0" y="67"/>
                    </a:lnTo>
                    <a:lnTo>
                      <a:pt x="0" y="0"/>
                    </a:lnTo>
                    <a:lnTo>
                      <a:pt x="608" y="0"/>
                    </a:lnTo>
                    <a:lnTo>
                      <a:pt x="608" y="6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5" name="Google Shape;1595;p43"/>
              <p:cNvSpPr/>
              <p:nvPr/>
            </p:nvSpPr>
            <p:spPr>
              <a:xfrm>
                <a:off x="9403920" y="7642800"/>
                <a:ext cx="219240" cy="24120"/>
              </a:xfrm>
              <a:custGeom>
                <a:avLst/>
                <a:gdLst/>
                <a:ahLst/>
                <a:cxnLst/>
                <a:rect l="l" t="t" r="r" b="b"/>
                <a:pathLst>
                  <a:path w="609" h="67" extrusionOk="0">
                    <a:moveTo>
                      <a:pt x="609" y="67"/>
                    </a:moveTo>
                    <a:lnTo>
                      <a:pt x="0" y="67"/>
                    </a:lnTo>
                    <a:lnTo>
                      <a:pt x="0" y="0"/>
                    </a:lnTo>
                    <a:lnTo>
                      <a:pt x="609" y="0"/>
                    </a:lnTo>
                    <a:lnTo>
                      <a:pt x="609" y="67"/>
                    </a:lnTo>
                    <a:close/>
                  </a:path>
                </a:pathLst>
              </a:custGeom>
              <a:solidFill>
                <a:srgbClr val="3E282C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96" name="Google Shape;1596;p43"/>
            <p:cNvGrpSpPr/>
            <p:nvPr/>
          </p:nvGrpSpPr>
          <p:grpSpPr>
            <a:xfrm>
              <a:off x="713235" y="1143899"/>
              <a:ext cx="7717534" cy="3335352"/>
              <a:chOff x="713235" y="1143899"/>
              <a:chExt cx="7717534" cy="3335352"/>
            </a:xfrm>
          </p:grpSpPr>
          <p:sp>
            <p:nvSpPr>
              <p:cNvPr id="1597" name="Google Shape;1597;p43"/>
              <p:cNvSpPr/>
              <p:nvPr/>
            </p:nvSpPr>
            <p:spPr>
              <a:xfrm>
                <a:off x="7965735" y="4018749"/>
                <a:ext cx="465034" cy="460502"/>
              </a:xfrm>
              <a:custGeom>
                <a:avLst/>
                <a:gdLst/>
                <a:ahLst/>
                <a:cxnLst/>
                <a:rect l="l" t="t" r="r" b="b"/>
                <a:pathLst>
                  <a:path w="4515" h="4471" extrusionOk="0">
                    <a:moveTo>
                      <a:pt x="1821" y="3126"/>
                    </a:moveTo>
                    <a:cubicBezTo>
                      <a:pt x="1330" y="2885"/>
                      <a:pt x="1126" y="2290"/>
                      <a:pt x="1367" y="1799"/>
                    </a:cubicBezTo>
                    <a:cubicBezTo>
                      <a:pt x="1608" y="1308"/>
                      <a:pt x="2204" y="1105"/>
                      <a:pt x="2695" y="1345"/>
                    </a:cubicBezTo>
                    <a:cubicBezTo>
                      <a:pt x="3186" y="1587"/>
                      <a:pt x="3389" y="2182"/>
                      <a:pt x="3148" y="2673"/>
                    </a:cubicBezTo>
                    <a:cubicBezTo>
                      <a:pt x="2907" y="3164"/>
                      <a:pt x="2312" y="3367"/>
                      <a:pt x="1821" y="3126"/>
                    </a:cubicBezTo>
                    <a:moveTo>
                      <a:pt x="3878" y="3808"/>
                    </a:moveTo>
                    <a:cubicBezTo>
                      <a:pt x="4043" y="3638"/>
                      <a:pt x="4179" y="3444"/>
                      <a:pt x="4284" y="3230"/>
                    </a:cubicBezTo>
                    <a:lnTo>
                      <a:pt x="4287" y="3225"/>
                    </a:lnTo>
                    <a:lnTo>
                      <a:pt x="3946" y="3058"/>
                    </a:lnTo>
                    <a:cubicBezTo>
                      <a:pt x="4035" y="2876"/>
                      <a:pt x="4091" y="2687"/>
                      <a:pt x="4118" y="2496"/>
                    </a:cubicBezTo>
                    <a:lnTo>
                      <a:pt x="4494" y="2549"/>
                    </a:lnTo>
                    <a:cubicBezTo>
                      <a:pt x="4526" y="2315"/>
                      <a:pt x="4522" y="2077"/>
                      <a:pt x="4481" y="1843"/>
                    </a:cubicBezTo>
                    <a:lnTo>
                      <a:pt x="4106" y="1909"/>
                    </a:lnTo>
                    <a:cubicBezTo>
                      <a:pt x="4072" y="1716"/>
                      <a:pt x="4007" y="1528"/>
                      <a:pt x="3915" y="1354"/>
                    </a:cubicBezTo>
                    <a:lnTo>
                      <a:pt x="4251" y="1176"/>
                    </a:lnTo>
                    <a:cubicBezTo>
                      <a:pt x="4139" y="966"/>
                      <a:pt x="3996" y="776"/>
                      <a:pt x="3826" y="612"/>
                    </a:cubicBezTo>
                    <a:lnTo>
                      <a:pt x="3562" y="885"/>
                    </a:lnTo>
                    <a:cubicBezTo>
                      <a:pt x="3425" y="752"/>
                      <a:pt x="3266" y="638"/>
                      <a:pt x="3085" y="550"/>
                    </a:cubicBezTo>
                    <a:cubicBezTo>
                      <a:pt x="3084" y="549"/>
                      <a:pt x="3083" y="549"/>
                      <a:pt x="3081" y="548"/>
                    </a:cubicBezTo>
                    <a:lnTo>
                      <a:pt x="3248" y="207"/>
                    </a:lnTo>
                    <a:cubicBezTo>
                      <a:pt x="3034" y="103"/>
                      <a:pt x="2807" y="33"/>
                      <a:pt x="2573" y="0"/>
                    </a:cubicBezTo>
                    <a:lnTo>
                      <a:pt x="2520" y="376"/>
                    </a:lnTo>
                    <a:cubicBezTo>
                      <a:pt x="2323" y="349"/>
                      <a:pt x="2125" y="353"/>
                      <a:pt x="1933" y="387"/>
                    </a:cubicBezTo>
                    <a:lnTo>
                      <a:pt x="1867" y="13"/>
                    </a:lnTo>
                    <a:cubicBezTo>
                      <a:pt x="1633" y="54"/>
                      <a:pt x="1409" y="131"/>
                      <a:pt x="1200" y="242"/>
                    </a:cubicBezTo>
                    <a:lnTo>
                      <a:pt x="1378" y="578"/>
                    </a:lnTo>
                    <a:cubicBezTo>
                      <a:pt x="1205" y="669"/>
                      <a:pt x="1046" y="787"/>
                      <a:pt x="908" y="930"/>
                    </a:cubicBezTo>
                    <a:lnTo>
                      <a:pt x="635" y="666"/>
                    </a:lnTo>
                    <a:cubicBezTo>
                      <a:pt x="472" y="835"/>
                      <a:pt x="336" y="1029"/>
                      <a:pt x="232" y="1241"/>
                    </a:cubicBezTo>
                    <a:lnTo>
                      <a:pt x="230" y="1244"/>
                    </a:lnTo>
                    <a:lnTo>
                      <a:pt x="571" y="1409"/>
                    </a:lnTo>
                    <a:cubicBezTo>
                      <a:pt x="482" y="1592"/>
                      <a:pt x="425" y="1782"/>
                      <a:pt x="398" y="1972"/>
                    </a:cubicBezTo>
                    <a:lnTo>
                      <a:pt x="23" y="1919"/>
                    </a:lnTo>
                    <a:cubicBezTo>
                      <a:pt x="-11" y="2153"/>
                      <a:pt x="-7" y="2391"/>
                      <a:pt x="35" y="2625"/>
                    </a:cubicBezTo>
                    <a:lnTo>
                      <a:pt x="409" y="2559"/>
                    </a:lnTo>
                    <a:cubicBezTo>
                      <a:pt x="443" y="2753"/>
                      <a:pt x="507" y="2941"/>
                      <a:pt x="599" y="3115"/>
                    </a:cubicBezTo>
                    <a:lnTo>
                      <a:pt x="263" y="3293"/>
                    </a:lnTo>
                    <a:cubicBezTo>
                      <a:pt x="374" y="3503"/>
                      <a:pt x="517" y="3693"/>
                      <a:pt x="687" y="3857"/>
                    </a:cubicBezTo>
                    <a:lnTo>
                      <a:pt x="951" y="3585"/>
                    </a:lnTo>
                    <a:cubicBezTo>
                      <a:pt x="1089" y="3718"/>
                      <a:pt x="1249" y="3833"/>
                      <a:pt x="1430" y="3922"/>
                    </a:cubicBezTo>
                    <a:cubicBezTo>
                      <a:pt x="1431" y="3922"/>
                      <a:pt x="1431" y="3922"/>
                      <a:pt x="1432" y="3923"/>
                    </a:cubicBezTo>
                    <a:lnTo>
                      <a:pt x="1265" y="4263"/>
                    </a:lnTo>
                    <a:cubicBezTo>
                      <a:pt x="1479" y="4367"/>
                      <a:pt x="1705" y="4438"/>
                      <a:pt x="1939" y="4471"/>
                    </a:cubicBezTo>
                    <a:lnTo>
                      <a:pt x="1993" y="4095"/>
                    </a:lnTo>
                    <a:cubicBezTo>
                      <a:pt x="2190" y="4123"/>
                      <a:pt x="2388" y="4119"/>
                      <a:pt x="2580" y="4085"/>
                    </a:cubicBezTo>
                    <a:lnTo>
                      <a:pt x="2645" y="4460"/>
                    </a:lnTo>
                    <a:cubicBezTo>
                      <a:pt x="2879" y="4419"/>
                      <a:pt x="3103" y="4342"/>
                      <a:pt x="3313" y="4231"/>
                    </a:cubicBezTo>
                    <a:lnTo>
                      <a:pt x="3135" y="3895"/>
                    </a:lnTo>
                    <a:cubicBezTo>
                      <a:pt x="3308" y="3804"/>
                      <a:pt x="3467" y="3686"/>
                      <a:pt x="3606" y="3544"/>
                    </a:cubicBezTo>
                    <a:lnTo>
                      <a:pt x="3878" y="3808"/>
                    </a:lnTo>
                    <a:close/>
                  </a:path>
                </a:pathLst>
              </a:custGeom>
              <a:solidFill>
                <a:schemeClr val="accen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8" name="Google Shape;1598;p43"/>
              <p:cNvSpPr/>
              <p:nvPr/>
            </p:nvSpPr>
            <p:spPr>
              <a:xfrm>
                <a:off x="713235" y="1143899"/>
                <a:ext cx="465034" cy="460502"/>
              </a:xfrm>
              <a:custGeom>
                <a:avLst/>
                <a:gdLst/>
                <a:ahLst/>
                <a:cxnLst/>
                <a:rect l="l" t="t" r="r" b="b"/>
                <a:pathLst>
                  <a:path w="4515" h="4471" extrusionOk="0">
                    <a:moveTo>
                      <a:pt x="1821" y="3126"/>
                    </a:moveTo>
                    <a:cubicBezTo>
                      <a:pt x="1330" y="2885"/>
                      <a:pt x="1126" y="2290"/>
                      <a:pt x="1367" y="1799"/>
                    </a:cubicBezTo>
                    <a:cubicBezTo>
                      <a:pt x="1608" y="1308"/>
                      <a:pt x="2204" y="1105"/>
                      <a:pt x="2695" y="1345"/>
                    </a:cubicBezTo>
                    <a:cubicBezTo>
                      <a:pt x="3186" y="1587"/>
                      <a:pt x="3389" y="2182"/>
                      <a:pt x="3148" y="2673"/>
                    </a:cubicBezTo>
                    <a:cubicBezTo>
                      <a:pt x="2907" y="3164"/>
                      <a:pt x="2312" y="3367"/>
                      <a:pt x="1821" y="3126"/>
                    </a:cubicBezTo>
                    <a:moveTo>
                      <a:pt x="3878" y="3808"/>
                    </a:moveTo>
                    <a:cubicBezTo>
                      <a:pt x="4043" y="3638"/>
                      <a:pt x="4179" y="3444"/>
                      <a:pt x="4284" y="3230"/>
                    </a:cubicBezTo>
                    <a:lnTo>
                      <a:pt x="4287" y="3225"/>
                    </a:lnTo>
                    <a:lnTo>
                      <a:pt x="3946" y="3058"/>
                    </a:lnTo>
                    <a:cubicBezTo>
                      <a:pt x="4035" y="2876"/>
                      <a:pt x="4091" y="2687"/>
                      <a:pt x="4118" y="2496"/>
                    </a:cubicBezTo>
                    <a:lnTo>
                      <a:pt x="4494" y="2549"/>
                    </a:lnTo>
                    <a:cubicBezTo>
                      <a:pt x="4526" y="2315"/>
                      <a:pt x="4522" y="2077"/>
                      <a:pt x="4481" y="1843"/>
                    </a:cubicBezTo>
                    <a:lnTo>
                      <a:pt x="4106" y="1909"/>
                    </a:lnTo>
                    <a:cubicBezTo>
                      <a:pt x="4072" y="1716"/>
                      <a:pt x="4007" y="1528"/>
                      <a:pt x="3915" y="1354"/>
                    </a:cubicBezTo>
                    <a:lnTo>
                      <a:pt x="4251" y="1176"/>
                    </a:lnTo>
                    <a:cubicBezTo>
                      <a:pt x="4139" y="966"/>
                      <a:pt x="3996" y="776"/>
                      <a:pt x="3826" y="612"/>
                    </a:cubicBezTo>
                    <a:lnTo>
                      <a:pt x="3562" y="885"/>
                    </a:lnTo>
                    <a:cubicBezTo>
                      <a:pt x="3425" y="752"/>
                      <a:pt x="3266" y="638"/>
                      <a:pt x="3085" y="550"/>
                    </a:cubicBezTo>
                    <a:cubicBezTo>
                      <a:pt x="3084" y="549"/>
                      <a:pt x="3083" y="549"/>
                      <a:pt x="3081" y="548"/>
                    </a:cubicBezTo>
                    <a:lnTo>
                      <a:pt x="3248" y="207"/>
                    </a:lnTo>
                    <a:cubicBezTo>
                      <a:pt x="3034" y="103"/>
                      <a:pt x="2807" y="33"/>
                      <a:pt x="2573" y="0"/>
                    </a:cubicBezTo>
                    <a:lnTo>
                      <a:pt x="2520" y="376"/>
                    </a:lnTo>
                    <a:cubicBezTo>
                      <a:pt x="2323" y="349"/>
                      <a:pt x="2125" y="353"/>
                      <a:pt x="1933" y="387"/>
                    </a:cubicBezTo>
                    <a:lnTo>
                      <a:pt x="1867" y="13"/>
                    </a:lnTo>
                    <a:cubicBezTo>
                      <a:pt x="1633" y="54"/>
                      <a:pt x="1409" y="131"/>
                      <a:pt x="1200" y="242"/>
                    </a:cubicBezTo>
                    <a:lnTo>
                      <a:pt x="1378" y="578"/>
                    </a:lnTo>
                    <a:cubicBezTo>
                      <a:pt x="1205" y="669"/>
                      <a:pt x="1046" y="787"/>
                      <a:pt x="908" y="930"/>
                    </a:cubicBezTo>
                    <a:lnTo>
                      <a:pt x="635" y="666"/>
                    </a:lnTo>
                    <a:cubicBezTo>
                      <a:pt x="472" y="835"/>
                      <a:pt x="336" y="1029"/>
                      <a:pt x="232" y="1241"/>
                    </a:cubicBezTo>
                    <a:lnTo>
                      <a:pt x="230" y="1244"/>
                    </a:lnTo>
                    <a:lnTo>
                      <a:pt x="571" y="1409"/>
                    </a:lnTo>
                    <a:cubicBezTo>
                      <a:pt x="482" y="1592"/>
                      <a:pt x="425" y="1782"/>
                      <a:pt x="398" y="1972"/>
                    </a:cubicBezTo>
                    <a:lnTo>
                      <a:pt x="23" y="1919"/>
                    </a:lnTo>
                    <a:cubicBezTo>
                      <a:pt x="-11" y="2153"/>
                      <a:pt x="-7" y="2391"/>
                      <a:pt x="35" y="2625"/>
                    </a:cubicBezTo>
                    <a:lnTo>
                      <a:pt x="409" y="2559"/>
                    </a:lnTo>
                    <a:cubicBezTo>
                      <a:pt x="443" y="2753"/>
                      <a:pt x="507" y="2941"/>
                      <a:pt x="599" y="3115"/>
                    </a:cubicBezTo>
                    <a:lnTo>
                      <a:pt x="263" y="3293"/>
                    </a:lnTo>
                    <a:cubicBezTo>
                      <a:pt x="374" y="3503"/>
                      <a:pt x="517" y="3693"/>
                      <a:pt x="687" y="3857"/>
                    </a:cubicBezTo>
                    <a:lnTo>
                      <a:pt x="951" y="3585"/>
                    </a:lnTo>
                    <a:cubicBezTo>
                      <a:pt x="1089" y="3718"/>
                      <a:pt x="1249" y="3833"/>
                      <a:pt x="1430" y="3922"/>
                    </a:cubicBezTo>
                    <a:cubicBezTo>
                      <a:pt x="1431" y="3922"/>
                      <a:pt x="1431" y="3922"/>
                      <a:pt x="1432" y="3923"/>
                    </a:cubicBezTo>
                    <a:lnTo>
                      <a:pt x="1265" y="4263"/>
                    </a:lnTo>
                    <a:cubicBezTo>
                      <a:pt x="1479" y="4367"/>
                      <a:pt x="1705" y="4438"/>
                      <a:pt x="1939" y="4471"/>
                    </a:cubicBezTo>
                    <a:lnTo>
                      <a:pt x="1993" y="4095"/>
                    </a:lnTo>
                    <a:cubicBezTo>
                      <a:pt x="2190" y="4123"/>
                      <a:pt x="2388" y="4119"/>
                      <a:pt x="2580" y="4085"/>
                    </a:cubicBezTo>
                    <a:lnTo>
                      <a:pt x="2645" y="4460"/>
                    </a:lnTo>
                    <a:cubicBezTo>
                      <a:pt x="2879" y="4419"/>
                      <a:pt x="3103" y="4342"/>
                      <a:pt x="3313" y="4231"/>
                    </a:cubicBezTo>
                    <a:lnTo>
                      <a:pt x="3135" y="3895"/>
                    </a:lnTo>
                    <a:cubicBezTo>
                      <a:pt x="3308" y="3804"/>
                      <a:pt x="3467" y="3686"/>
                      <a:pt x="3606" y="3544"/>
                    </a:cubicBezTo>
                    <a:lnTo>
                      <a:pt x="3878" y="3808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0CC2471-AA94-F5E6-04FF-A5548C343FBC}"/>
              </a:ext>
            </a:extLst>
          </p:cNvPr>
          <p:cNvSpPr/>
          <p:nvPr/>
        </p:nvSpPr>
        <p:spPr>
          <a:xfrm>
            <a:off x="1778005" y="3232311"/>
            <a:ext cx="5342449" cy="12469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Что такое нормальное распределение и как оно предсказывает будущее — Журнал  «Код» программирование без снобизма">
            <a:extLst>
              <a:ext uri="{FF2B5EF4-FFF2-40B4-BE49-F238E27FC236}">
                <a16:creationId xmlns:a16="http://schemas.microsoft.com/office/drawing/2014/main" id="{D058A007-2692-3C91-B28C-6843E9424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5039" y="1811181"/>
            <a:ext cx="4060371" cy="2842260"/>
          </a:xfrm>
          <a:prstGeom prst="rect">
            <a:avLst/>
          </a:prstGeom>
          <a:noFill/>
          <a:ln w="38100">
            <a:solidFill>
              <a:srgbClr val="008F9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ta Analysis and Statistics - 5th grade by Slidesgo">
  <a:themeElements>
    <a:clrScheme name="Simple Light">
      <a:dk1>
        <a:srgbClr val="3C2C31"/>
      </a:dk1>
      <a:lt1>
        <a:srgbClr val="E24E42"/>
      </a:lt1>
      <a:dk2>
        <a:srgbClr val="E9B000"/>
      </a:dk2>
      <a:lt2>
        <a:srgbClr val="008F95"/>
      </a:lt2>
      <a:accent1>
        <a:srgbClr val="DDFBFC"/>
      </a:accent1>
      <a:accent2>
        <a:srgbClr val="EB6E80"/>
      </a:accent2>
      <a:accent3>
        <a:srgbClr val="F8D2D2"/>
      </a:accent3>
      <a:accent4>
        <a:srgbClr val="FAEBEB"/>
      </a:accent4>
      <a:accent5>
        <a:srgbClr val="FFFFFF"/>
      </a:accent5>
      <a:accent6>
        <a:srgbClr val="FFFFFF"/>
      </a:accent6>
      <a:hlink>
        <a:srgbClr val="3C2C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</Words>
  <Application>Microsoft Office PowerPoint</Application>
  <PresentationFormat>Экран (16:9)</PresentationFormat>
  <Paragraphs>17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Bebas Neue</vt:lpstr>
      <vt:lpstr>Arial</vt:lpstr>
      <vt:lpstr>Lato</vt:lpstr>
      <vt:lpstr>Cambria Math</vt:lpstr>
      <vt:lpstr>Days One</vt:lpstr>
      <vt:lpstr>Darker Grotesque SemiBold</vt:lpstr>
      <vt:lpstr>Data Analysis and Statistics - 5th grade by Slidesgo</vt:lpstr>
      <vt:lpstr>Преобразование Бокса-Кокса</vt:lpstr>
      <vt:lpstr>Введение</vt:lpstr>
      <vt:lpstr>ЦПР</vt:lpstr>
      <vt:lpstr>Бокс</vt:lpstr>
      <vt:lpstr>Y^((λ))  = {█((Y^λ  - 1)/λ, λ≠ 0@ln⁡〖Y, λ = 0〗 )┤</vt:lpstr>
      <vt:lpstr>Презентация PowerPoint</vt:lpstr>
      <vt:lpstr>Тестирование</vt:lpstr>
      <vt:lpstr>Преимущества</vt:lpstr>
      <vt:lpstr>Недостатки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Shkolnyi Ilya</dc:creator>
  <cp:lastModifiedBy>Shkolnyi Ilya</cp:lastModifiedBy>
  <cp:revision>3</cp:revision>
  <dcterms:modified xsi:type="dcterms:W3CDTF">2025-11-20T20:34:35Z</dcterms:modified>
</cp:coreProperties>
</file>